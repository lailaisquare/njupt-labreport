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1.xml" ContentType="application/vnd.openxmlformats-officedocument.presentationml.notesSlid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notesSlides/notesSlide2.xml" ContentType="application/vnd.openxmlformats-officedocument.presentationml.notesSlide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3.xml" ContentType="application/vnd.openxmlformats-officedocument.presentationml.notesSlide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notesSlides/notesSlide4.xml" ContentType="application/vnd.openxmlformats-officedocument.presentationml.notesSlide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notesSlides/notesSlide5.xml" ContentType="application/vnd.openxmlformats-officedocument.presentationml.notesSlide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notesSlides/notesSlide6.xml" ContentType="application/vnd.openxmlformats-officedocument.presentationml.notesSlide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notesSlides/notesSlide7.xml" ContentType="application/vnd.openxmlformats-officedocument.presentationml.notesSlide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notesSlides/notesSlide8.xml" ContentType="application/vnd.openxmlformats-officedocument.presentationml.notesSlide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notesSlides/notesSlide9.xml" ContentType="application/vnd.openxmlformats-officedocument.presentationml.notesSlide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notesSlides/notesSlide10.xml" ContentType="application/vnd.openxmlformats-officedocument.presentationml.notesSlid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notesSlides/notesSlide11.xml" ContentType="application/vnd.openxmlformats-officedocument.presentationml.notesSlide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notesSlides/notesSlide12.xml" ContentType="application/vnd.openxmlformats-officedocument.presentationml.notesSlide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notesSlides/notesSlide13.xml" ContentType="application/vnd.openxmlformats-officedocument.presentationml.notesSlide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notesSlides/notesSlide14.xml" ContentType="application/vnd.openxmlformats-officedocument.presentationml.notesSlide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notesSlides/notesSlide15.xml" ContentType="application/vnd.openxmlformats-officedocument.presentationml.notesSlide+xml"/>
  <Override PartName="/ppt/tags/tag74.xml" ContentType="application/vnd.openxmlformats-officedocument.presentationml.tags+xml"/>
  <Override PartName="/ppt/notesSlides/notesSlide16.xml" ContentType="application/vnd.openxmlformats-officedocument.presentationml.notesSlide+xml"/>
  <Override PartName="/ppt/tags/tag75.xml" ContentType="application/vnd.openxmlformats-officedocument.presentationml.tags+xml"/>
  <Override PartName="/ppt/notesSlides/notesSlide17.xml" ContentType="application/vnd.openxmlformats-officedocument.presentationml.notesSlide+xml"/>
  <Override PartName="/ppt/tags/tag76.xml" ContentType="application/vnd.openxmlformats-officedocument.presentationml.tags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2"/>
  </p:notesMasterIdLst>
  <p:sldIdLst>
    <p:sldId id="256" r:id="rId2"/>
    <p:sldId id="273" r:id="rId3"/>
    <p:sldId id="493" r:id="rId4"/>
    <p:sldId id="494" r:id="rId5"/>
    <p:sldId id="495" r:id="rId6"/>
    <p:sldId id="496" r:id="rId7"/>
    <p:sldId id="497" r:id="rId8"/>
    <p:sldId id="498" r:id="rId9"/>
    <p:sldId id="499" r:id="rId10"/>
    <p:sldId id="500" r:id="rId11"/>
    <p:sldId id="501" r:id="rId12"/>
    <p:sldId id="502" r:id="rId13"/>
    <p:sldId id="503" r:id="rId14"/>
    <p:sldId id="504" r:id="rId15"/>
    <p:sldId id="505" r:id="rId16"/>
    <p:sldId id="506" r:id="rId17"/>
    <p:sldId id="507" r:id="rId18"/>
    <p:sldId id="508" r:id="rId19"/>
    <p:sldId id="509" r:id="rId20"/>
    <p:sldId id="476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284" y="7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6CDD5A-8247-46C9-98C8-62A9B2827D87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432D27-8162-4DBF-A6AF-93CC1EBDE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6582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教程中的注意事项再强调一下，新建工程时，全英文，并且选择顶层源文件类型（原理图、代码）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A3568-F616-BD34-8D50-998573270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AE1DDCB-EFEF-C268-0772-34774E3FAB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13B4B4-6F0A-EB6C-532D-57E28C07925A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教程中的注意事项再强调一下，新建工程时，全英文，并且选择顶层源文件类型（原理图、代码）</a:t>
            </a:r>
          </a:p>
        </p:txBody>
      </p:sp>
    </p:spTree>
    <p:extLst>
      <p:ext uri="{BB962C8B-B14F-4D97-AF65-F5344CB8AC3E}">
        <p14:creationId xmlns:p14="http://schemas.microsoft.com/office/powerpoint/2010/main" val="20505127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44335-E12A-D998-D648-B38028601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7997088-8A47-3D76-FF0D-786186CFC6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9A73028-FE24-5BA4-8BCB-189B10EB1BCC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教程中的注意事项再强调一下，新建工程时，全英文，并且选择顶层源文件类型（原理图、代码）</a:t>
            </a:r>
          </a:p>
        </p:txBody>
      </p:sp>
    </p:spTree>
    <p:extLst>
      <p:ext uri="{BB962C8B-B14F-4D97-AF65-F5344CB8AC3E}">
        <p14:creationId xmlns:p14="http://schemas.microsoft.com/office/powerpoint/2010/main" val="13606620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BE198-3058-5341-1DCA-87F2BD3D7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9EEC49B-2630-DC6F-2CA6-27B6B4F7CF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AC2E1BF-E485-AF73-5777-A597673FD296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教程中的注意事项再强调一下，新建工程时，全英文，并且选择顶层源文件类型（原理图、代码）</a:t>
            </a:r>
          </a:p>
        </p:txBody>
      </p:sp>
    </p:spTree>
    <p:extLst>
      <p:ext uri="{BB962C8B-B14F-4D97-AF65-F5344CB8AC3E}">
        <p14:creationId xmlns:p14="http://schemas.microsoft.com/office/powerpoint/2010/main" val="33135824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27693-6400-E5B7-852E-B3E27D933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452DE84-48E2-4241-46FD-2BB5B45DAE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13B4BF3-8CC9-3676-3C72-09F9C7A8DFA2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教程中的注意事项再强调一下，新建工程时，全英文，并且选择顶层源文件类型（原理图、代码）</a:t>
            </a:r>
          </a:p>
        </p:txBody>
      </p:sp>
    </p:spTree>
    <p:extLst>
      <p:ext uri="{BB962C8B-B14F-4D97-AF65-F5344CB8AC3E}">
        <p14:creationId xmlns:p14="http://schemas.microsoft.com/office/powerpoint/2010/main" val="18784492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AE3CC-87F3-368B-BCCF-E9E9D73AE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564876A-F5A9-174C-AAEA-32936D4136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6C02E65-F94D-4A22-E6AA-9415CA48DC69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教程中的注意事项再强调一下，新建工程时，全英文，并且选择顶层源文件类型（原理图、代码）</a:t>
            </a:r>
          </a:p>
        </p:txBody>
      </p:sp>
    </p:spTree>
    <p:extLst>
      <p:ext uri="{BB962C8B-B14F-4D97-AF65-F5344CB8AC3E}">
        <p14:creationId xmlns:p14="http://schemas.microsoft.com/office/powerpoint/2010/main" val="13146692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D18F0-A569-0D8D-D1C4-2C7738925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AD3FFCA-8218-E619-D1CC-7E38ACA705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B13486B-F36E-65AF-8E61-A7BA55198937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教程中的注意事项再强调一下，新建工程时，全英文，并且选择顶层源文件类型（原理图、代码）</a:t>
            </a:r>
          </a:p>
        </p:txBody>
      </p:sp>
    </p:spTree>
    <p:extLst>
      <p:ext uri="{BB962C8B-B14F-4D97-AF65-F5344CB8AC3E}">
        <p14:creationId xmlns:p14="http://schemas.microsoft.com/office/powerpoint/2010/main" val="29415543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EB693-7B34-2DE2-57B6-7B2E4FF7B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3503775-125E-20C9-B729-7C1958F1EF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4B1B552-C596-7D77-ABB8-8F23E144DFFD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教程中的注意事项再强调一下，新建工程时，全英文，并且选择顶层源文件类型（原理图、代码）</a:t>
            </a:r>
          </a:p>
        </p:txBody>
      </p:sp>
    </p:spTree>
    <p:extLst>
      <p:ext uri="{BB962C8B-B14F-4D97-AF65-F5344CB8AC3E}">
        <p14:creationId xmlns:p14="http://schemas.microsoft.com/office/powerpoint/2010/main" val="17376436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7CCB8-C36D-D751-9FAB-2DC6633F5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4E07CF3-019E-136F-C0B4-958A1E5583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AFE3648-4F48-0EF0-0109-D5780AE44C96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教程中的注意事项再强调一下，新建工程时，全英文，并且选择顶层源文件类型（原理图、代码）</a:t>
            </a:r>
          </a:p>
        </p:txBody>
      </p:sp>
    </p:spTree>
    <p:extLst>
      <p:ext uri="{BB962C8B-B14F-4D97-AF65-F5344CB8AC3E}">
        <p14:creationId xmlns:p14="http://schemas.microsoft.com/office/powerpoint/2010/main" val="8996081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62EC7-6CE1-956C-A02B-2A7C1B3C1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C2257CB-138C-9FC5-746B-DE92B198F9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DFAC872-007A-A8B2-FC99-028C8C11D42D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教程中的注意事项再强调一下，新建工程时，全英文，并且选择顶层源文件类型（原理图、代码）</a:t>
            </a:r>
          </a:p>
        </p:txBody>
      </p:sp>
    </p:spTree>
    <p:extLst>
      <p:ext uri="{BB962C8B-B14F-4D97-AF65-F5344CB8AC3E}">
        <p14:creationId xmlns:p14="http://schemas.microsoft.com/office/powerpoint/2010/main" val="42780107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860EE-105A-EE08-97FD-B5ABD2F0D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E3B73C9-1605-2AE9-571E-A55F6604ED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4618649-006C-5E4E-3997-420914B5BEAE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教程中的注意事项再强调一下，新建工程时，全英文，并且选择顶层源文件类型（原理图、代码）</a:t>
            </a:r>
          </a:p>
        </p:txBody>
      </p:sp>
    </p:spTree>
    <p:extLst>
      <p:ext uri="{BB962C8B-B14F-4D97-AF65-F5344CB8AC3E}">
        <p14:creationId xmlns:p14="http://schemas.microsoft.com/office/powerpoint/2010/main" val="7785212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29DE6-2A69-6050-D74E-3D696AF88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263E4E5-B5FF-8A82-2680-1D51F50C18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4B9712E-8D1F-9FA3-F8BD-6976D0006E54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教程中的注意事项再强调一下，新建工程时，全英文，并且选择顶层源文件类型（原理图、代码）</a:t>
            </a:r>
          </a:p>
        </p:txBody>
      </p:sp>
    </p:spTree>
    <p:extLst>
      <p:ext uri="{BB962C8B-B14F-4D97-AF65-F5344CB8AC3E}">
        <p14:creationId xmlns:p14="http://schemas.microsoft.com/office/powerpoint/2010/main" val="41559696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CF7A7-63D4-3BF5-EABE-4704B09CE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16FDA0F-DFCE-8F56-8291-778D2E9C9C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2C842B1-B6E0-ED0C-3488-529A2CBAC1C6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教程中的注意事项再强调一下，新建工程时，全英文，并且选择顶层源文件类型（原理图、代码）</a:t>
            </a:r>
          </a:p>
        </p:txBody>
      </p:sp>
    </p:spTree>
    <p:extLst>
      <p:ext uri="{BB962C8B-B14F-4D97-AF65-F5344CB8AC3E}">
        <p14:creationId xmlns:p14="http://schemas.microsoft.com/office/powerpoint/2010/main" val="41903233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5FA69-EB08-2A44-EC83-6F75036D9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78C5EEC-3F9D-0EB7-67D1-38BF87F759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37212B1-E7F8-E958-6D6E-BE40A49B2547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教程中的注意事项再强调一下，新建工程时，全英文，并且选择顶层源文件类型（原理图、代码）</a:t>
            </a:r>
          </a:p>
        </p:txBody>
      </p:sp>
    </p:spTree>
    <p:extLst>
      <p:ext uri="{BB962C8B-B14F-4D97-AF65-F5344CB8AC3E}">
        <p14:creationId xmlns:p14="http://schemas.microsoft.com/office/powerpoint/2010/main" val="12993009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F6A12-6FFA-7A30-4640-1B60B2B39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033E65C-F3B2-D4EE-18F3-271CE14F30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F2EC184-AD36-053B-B690-0FCD9520F893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教程中的注意事项再强调一下，新建工程时，全英文，并且选择顶层源文件类型（原理图、代码）</a:t>
            </a:r>
          </a:p>
        </p:txBody>
      </p:sp>
    </p:spTree>
    <p:extLst>
      <p:ext uri="{BB962C8B-B14F-4D97-AF65-F5344CB8AC3E}">
        <p14:creationId xmlns:p14="http://schemas.microsoft.com/office/powerpoint/2010/main" val="6778234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教程中的注意事项再强调一下，新建工程时，全英文，并且选择顶层源文件类型（原理图、代码）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给大家一点时间，请大家检查一下，是否符合要求。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8E575-9C6C-4393-ABAF-F1C0157F1F85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44550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8E575-9C6C-4393-ABAF-F1C0157F1F85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64470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371601"/>
            <a:ext cx="104648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505200"/>
            <a:ext cx="85344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9F16E-2C93-45A6-8DDB-3A9CD0997DA4}" type="datetime1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南京邮电大学</a:t>
            </a:r>
            <a:r>
              <a:rPr lang="en-US" altLang="zh-CN"/>
              <a:t>-</a:t>
            </a:r>
            <a:r>
              <a:rPr lang="zh-CN" altLang="en-US"/>
              <a:t>电工电子实验教学中心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914400" y="3398520"/>
            <a:ext cx="104648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EF95B-5669-4210-BC5B-00DE4D3B7C5E}" type="datetime1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南京邮电大学</a:t>
            </a:r>
            <a:r>
              <a:rPr lang="en-US" altLang="zh-CN"/>
              <a:t>-</a:t>
            </a:r>
            <a:r>
              <a:rPr lang="zh-CN" altLang="en-US"/>
              <a:t>电工电子实验教学中心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2362201"/>
            <a:ext cx="103632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4626865"/>
            <a:ext cx="103632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37912-2544-4FF1-95CA-867E1A13017C}" type="datetime1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南京邮电大学</a:t>
            </a:r>
            <a:r>
              <a:rPr lang="en-US" altLang="zh-CN"/>
              <a:t>-</a:t>
            </a:r>
            <a:r>
              <a:rPr lang="zh-CN" altLang="en-US"/>
              <a:t>电工电子实验教学中心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975360" y="4599432"/>
            <a:ext cx="104648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73352"/>
            <a:ext cx="53848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73352"/>
            <a:ext cx="53848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1AF00-37F7-452D-A22E-B6AF37B753BA}" type="datetime1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南京邮电大学</a:t>
            </a:r>
            <a:r>
              <a:rPr lang="en-US" altLang="zh-CN"/>
              <a:t>-</a:t>
            </a:r>
            <a:r>
              <a:rPr lang="zh-CN" altLang="en-US"/>
              <a:t>电工电子实验教学中心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76400"/>
            <a:ext cx="524256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438400"/>
            <a:ext cx="52425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39840" y="1676400"/>
            <a:ext cx="524256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9840" y="2438400"/>
            <a:ext cx="52425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29320-FF23-41B1-A057-EC3BDD59CD18}" type="datetime1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南京邮电大学</a:t>
            </a:r>
            <a:r>
              <a:rPr lang="en-US" altLang="zh-CN"/>
              <a:t>-</a:t>
            </a:r>
            <a:r>
              <a:rPr lang="zh-CN" altLang="en-US"/>
              <a:t>电工电子实验教学中心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3741949" y="4045691"/>
            <a:ext cx="4709160" cy="1059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C2E21-F531-4B8D-8CD5-57E5517F9F96}" type="datetime1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南京邮电大学</a:t>
            </a:r>
            <a:r>
              <a:rPr lang="en-US" altLang="zh-CN"/>
              <a:t>-</a:t>
            </a:r>
            <a:r>
              <a:rPr lang="zh-CN" altLang="en-US"/>
              <a:t>电工电子实验教学中心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C123C-0D21-4FE5-9597-39C59DA50A0D}" type="datetime1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南京邮电大学</a:t>
            </a:r>
            <a:r>
              <a:rPr lang="en-US" altLang="zh-CN"/>
              <a:t>-</a:t>
            </a:r>
            <a:r>
              <a:rPr lang="zh-CN" altLang="en-US"/>
              <a:t>电工电子实验教学中心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92080"/>
            <a:ext cx="2852928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2400" y="792080"/>
            <a:ext cx="7620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2130553"/>
            <a:ext cx="2852928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C790-211D-4283-9CA4-7CC9AFD41C7D}" type="datetime1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南京邮电大学</a:t>
            </a:r>
            <a:r>
              <a:rPr lang="en-US" altLang="zh-CN"/>
              <a:t>-</a:t>
            </a:r>
            <a:r>
              <a:rPr lang="zh-CN" altLang="en-US"/>
              <a:t>电工电子实验教学中心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912152" y="3579942"/>
            <a:ext cx="5577840" cy="2117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92480"/>
            <a:ext cx="2856907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11480" y="838201"/>
            <a:ext cx="787252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133600"/>
            <a:ext cx="2852928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D283D-70BE-4615-AA95-F18443DFE95B}" type="datetime1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南京邮电大学</a:t>
            </a:r>
            <a:r>
              <a:rPr lang="en-US" altLang="zh-CN"/>
              <a:t>-</a:t>
            </a:r>
            <a:r>
              <a:rPr lang="zh-CN" altLang="en-US"/>
              <a:t>电工电子实验教学中心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EA00D-DC4B-44C6-8509-291D2501AC7E}" type="datetime1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南京邮电大学</a:t>
            </a:r>
            <a:r>
              <a:rPr lang="en-US" altLang="zh-CN"/>
              <a:t>-</a:t>
            </a:r>
            <a:r>
              <a:rPr lang="zh-CN" altLang="en-US"/>
              <a:t>电工电子实验教学中心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609600"/>
            <a:ext cx="2743200" cy="5867400"/>
          </a:xfrm>
        </p:spPr>
        <p:txBody>
          <a:bodyPr vert="eaVert" anchor="b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8026400" cy="5867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0748E-1727-4C4D-A9B4-E31983F20FED}" type="datetime1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南京邮电大学</a:t>
            </a:r>
            <a:r>
              <a:rPr lang="en-US" altLang="zh-CN"/>
              <a:t>-</a:t>
            </a:r>
            <a:r>
              <a:rPr lang="zh-CN" altLang="en-US"/>
              <a:t>电工电子实验教学中心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12192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18288"/>
            <a:ext cx="3860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9F21260D-462A-458D-85C6-FF59750D4CF6}" type="datetime1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0" y="18288"/>
            <a:ext cx="54864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南京邮电大学</a:t>
            </a:r>
            <a:r>
              <a:rPr lang="en-US" altLang="zh-CN"/>
              <a:t>-</a:t>
            </a:r>
            <a:r>
              <a:rPr lang="zh-CN" altLang="en-US"/>
              <a:t>电工电子实验教学中心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0000" y="18288"/>
            <a:ext cx="14224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9" Type="http://schemas.openxmlformats.org/officeDocument/2006/relationships/tags" Target="../tags/tag39.xml"/><Relationship Id="rId21" Type="http://schemas.openxmlformats.org/officeDocument/2006/relationships/tags" Target="../tags/tag21.xml"/><Relationship Id="rId34" Type="http://schemas.openxmlformats.org/officeDocument/2006/relationships/tags" Target="../tags/tag34.xml"/><Relationship Id="rId42" Type="http://schemas.openxmlformats.org/officeDocument/2006/relationships/tags" Target="../tags/tag42.xml"/><Relationship Id="rId47" Type="http://schemas.openxmlformats.org/officeDocument/2006/relationships/image" Target="../media/image5.png"/><Relationship Id="rId50" Type="http://schemas.openxmlformats.org/officeDocument/2006/relationships/image" Target="../media/image8.svg"/><Relationship Id="rId55" Type="http://schemas.openxmlformats.org/officeDocument/2006/relationships/image" Target="../media/image13.png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9" Type="http://schemas.openxmlformats.org/officeDocument/2006/relationships/tags" Target="../tags/tag29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tags" Target="../tags/tag32.xml"/><Relationship Id="rId37" Type="http://schemas.openxmlformats.org/officeDocument/2006/relationships/tags" Target="../tags/tag37.xml"/><Relationship Id="rId40" Type="http://schemas.openxmlformats.org/officeDocument/2006/relationships/tags" Target="../tags/tag40.xml"/><Relationship Id="rId45" Type="http://schemas.openxmlformats.org/officeDocument/2006/relationships/image" Target="../media/image3.png"/><Relationship Id="rId53" Type="http://schemas.openxmlformats.org/officeDocument/2006/relationships/image" Target="../media/image11.png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31" Type="http://schemas.openxmlformats.org/officeDocument/2006/relationships/tags" Target="../tags/tag31.xml"/><Relationship Id="rId44" Type="http://schemas.openxmlformats.org/officeDocument/2006/relationships/slideLayout" Target="../slideLayouts/slideLayout2.xml"/><Relationship Id="rId52" Type="http://schemas.openxmlformats.org/officeDocument/2006/relationships/image" Target="../media/image10.sv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43" Type="http://schemas.openxmlformats.org/officeDocument/2006/relationships/tags" Target="../tags/tag43.xml"/><Relationship Id="rId48" Type="http://schemas.openxmlformats.org/officeDocument/2006/relationships/image" Target="../media/image6.svg"/><Relationship Id="rId56" Type="http://schemas.openxmlformats.org/officeDocument/2006/relationships/image" Target="../media/image14.svg"/><Relationship Id="rId8" Type="http://schemas.openxmlformats.org/officeDocument/2006/relationships/tags" Target="../tags/tag8.xml"/><Relationship Id="rId51" Type="http://schemas.openxmlformats.org/officeDocument/2006/relationships/image" Target="../media/image9.png"/><Relationship Id="rId3" Type="http://schemas.openxmlformats.org/officeDocument/2006/relationships/tags" Target="../tags/tag3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tags" Target="../tags/tag33.xml"/><Relationship Id="rId38" Type="http://schemas.openxmlformats.org/officeDocument/2006/relationships/tags" Target="../tags/tag38.xml"/><Relationship Id="rId46" Type="http://schemas.openxmlformats.org/officeDocument/2006/relationships/image" Target="../media/image4.svg"/><Relationship Id="rId20" Type="http://schemas.openxmlformats.org/officeDocument/2006/relationships/tags" Target="../tags/tag20.xml"/><Relationship Id="rId41" Type="http://schemas.openxmlformats.org/officeDocument/2006/relationships/tags" Target="../tags/tag41.xml"/><Relationship Id="rId54" Type="http://schemas.openxmlformats.org/officeDocument/2006/relationships/image" Target="../media/image12.sv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tags" Target="../tags/tag36.xml"/><Relationship Id="rId4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5" Type="http://schemas.openxmlformats.org/officeDocument/2006/relationships/image" Target="../media/image17.png"/><Relationship Id="rId4" Type="http://schemas.openxmlformats.org/officeDocument/2006/relationships/notesSlide" Target="../notesSlides/notesSlid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notesSlide" Target="../notesSlides/notesSlid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5" Type="http://schemas.openxmlformats.org/officeDocument/2006/relationships/image" Target="../media/image20.png"/><Relationship Id="rId4" Type="http://schemas.openxmlformats.org/officeDocument/2006/relationships/notesSlide" Target="../notesSlides/notesSlid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5" Type="http://schemas.openxmlformats.org/officeDocument/2006/relationships/image" Target="../media/image21.png"/><Relationship Id="rId4" Type="http://schemas.openxmlformats.org/officeDocument/2006/relationships/notesSlide" Target="../notesSlides/notes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image" Target="../media/image22.png"/><Relationship Id="rId4" Type="http://schemas.openxmlformats.org/officeDocument/2006/relationships/notesSlide" Target="../notesSlides/notesSlid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notesSlide" Target="../notesSlides/notesSlid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5" Type="http://schemas.openxmlformats.org/officeDocument/2006/relationships/image" Target="../media/image25.png"/><Relationship Id="rId4" Type="http://schemas.openxmlformats.org/officeDocument/2006/relationships/notesSlide" Target="../notesSlides/notesSlid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28.png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notesSlide" Target="../notesSlides/notesSlide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5" Type="http://schemas.openxmlformats.org/officeDocument/2006/relationships/image" Target="../media/image29.png"/><Relationship Id="rId4" Type="http://schemas.openxmlformats.org/officeDocument/2006/relationships/notesSlide" Target="../notesSlides/notesSlide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5" Type="http://schemas.openxmlformats.org/officeDocument/2006/relationships/image" Target="../media/image30.png"/><Relationship Id="rId4" Type="http://schemas.openxmlformats.org/officeDocument/2006/relationships/notesSlide" Target="../notesSlides/notesSlide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notesSlide" Target="../notesSlides/notesSlide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notesSlide" Target="../notesSlides/notesSlide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37.png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notesSlide" Target="../notesSlides/notesSlide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notesSlide" Target="../notesSlides/notesSlide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74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75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76.xml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48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基于</a:t>
            </a:r>
            <a:r>
              <a:rPr lang="en-US" altLang="zh-CN" sz="48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ISE</a:t>
            </a:r>
            <a:r>
              <a:rPr lang="zh-CN" altLang="en-US" sz="48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的可编程器件开发流程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DC85CA1-580F-EE75-212E-4B88C3FBA47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460" b="33770"/>
          <a:stretch>
            <a:fillRect/>
          </a:stretch>
        </p:blipFill>
        <p:spPr>
          <a:xfrm>
            <a:off x="8266443" y="404664"/>
            <a:ext cx="3836657" cy="936104"/>
          </a:xfrm>
          <a:prstGeom prst="rect">
            <a:avLst/>
          </a:prstGeom>
        </p:spPr>
      </p:pic>
      <p:sp>
        <p:nvSpPr>
          <p:cNvPr id="5" name="副标题 2">
            <a:extLst>
              <a:ext uri="{FF2B5EF4-FFF2-40B4-BE49-F238E27FC236}">
                <a16:creationId xmlns:a16="http://schemas.microsoft.com/office/drawing/2014/main" id="{77AEB17A-F918-0D19-5FF4-4BE92D6BE58E}"/>
              </a:ext>
            </a:extLst>
          </p:cNvPr>
          <p:cNvSpPr txBox="1">
            <a:spLocks/>
          </p:cNvSpPr>
          <p:nvPr/>
        </p:nvSpPr>
        <p:spPr>
          <a:xfrm>
            <a:off x="914400" y="3505200"/>
            <a:ext cx="10464165" cy="30524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14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可编程器件实验</a:t>
            </a:r>
            <a:endParaRPr lang="en-US" altLang="zh-CN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sz="2000" dirty="0"/>
          </a:p>
          <a:p>
            <a:r>
              <a:rPr lang="zh-CN" altLang="en-US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授 </a:t>
            </a:r>
            <a:r>
              <a:rPr lang="en-US" altLang="zh-CN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课 </a:t>
            </a:r>
            <a:r>
              <a:rPr lang="en-US" altLang="zh-CN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人：孙兴凯</a:t>
            </a:r>
          </a:p>
          <a:p>
            <a:r>
              <a:rPr lang="zh-CN" altLang="en-US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  <a:sym typeface="+mn-ea"/>
              </a:rPr>
              <a:t>联系方式：</a:t>
            </a:r>
            <a:r>
              <a:rPr lang="en-US" altLang="zh-CN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  <a:sym typeface="+mn-ea"/>
              </a:rPr>
              <a:t>xksun@njupt.edu.cn</a:t>
            </a:r>
            <a:endParaRPr lang="en-US" altLang="zh-CN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8242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F3FD98F5-9AEB-6DE7-5B53-D5EAEAE9A55A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247428" y="4620053"/>
            <a:ext cx="1729835" cy="153295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仿真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验证电路功能，并与真值表比对。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86C9674-E15C-D51C-E2DC-FDF30E5C944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6167464" y="4620053"/>
            <a:ext cx="1729835" cy="153295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根据使用的可编程器件</a:t>
            </a:r>
            <a:r>
              <a:rPr lang="zh-CN" altLang="en-US" sz="1600">
                <a:solidFill>
                  <a:srgbClr val="0066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引脚列表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，</a:t>
            </a:r>
            <a:r>
              <a:rPr lang="zh-CN" altLang="en-US" sz="16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定义输入输出端口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668D922-EEEF-A8DE-F1D5-EA9012DB3241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08690" y="4620053"/>
            <a:ext cx="1729835" cy="153295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选择开发板</a:t>
            </a:r>
            <a:r>
              <a:rPr lang="zh-CN" altLang="en-US" sz="16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型号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；</a:t>
            </a:r>
          </a:p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选择</a:t>
            </a:r>
            <a:r>
              <a:rPr lang="zh-CN" altLang="en-US" sz="16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顶层源文件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5D13BBF-81D6-C8B4-4B7C-E7BF42C54439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328726" y="4620053"/>
            <a:ext cx="1729835" cy="153295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列出</a:t>
            </a:r>
            <a:r>
              <a:rPr lang="zh-CN" altLang="en-US" sz="16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真值表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；</a:t>
            </a:r>
          </a:p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绘制电路</a:t>
            </a:r>
            <a:r>
              <a:rPr lang="zh-CN" altLang="en-US" sz="1600">
                <a:solidFill>
                  <a:srgbClr val="0066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原理图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或编写电路</a:t>
            </a:r>
            <a:r>
              <a:rPr lang="zh-CN" altLang="en-US" sz="1600">
                <a:solidFill>
                  <a:srgbClr val="0066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代码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。</a:t>
            </a:r>
          </a:p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cs typeface="+mn-ea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D8FF2DA4-62A1-328B-EBE7-B7B8728EFFB6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348869" y="2636616"/>
            <a:ext cx="1526953" cy="1526285"/>
          </a:xfrm>
          <a:prstGeom prst="ellipse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3E1E5870-3423-D99F-F158-18022C86617A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4427619" y="2716034"/>
            <a:ext cx="1369452" cy="136945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innerShdw blurRad="152400">
              <a:schemeClr val="accent3">
                <a:lumMod val="20000"/>
                <a:lumOff val="80000"/>
                <a:alpha val="6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tIns="252095" bIns="0" numCol="1" spcCol="0" rtlCol="0" fromWordArt="0" anchor="t" anchorCtr="0" forceAA="0" compatLnSpc="1">
            <a:normAutofit/>
          </a:bodyPr>
          <a:lstStyle/>
          <a:p>
            <a:pPr lvl="0" algn="ctr">
              <a:buClrTx/>
              <a:buSzTx/>
              <a:buFontTx/>
            </a:pPr>
            <a:endParaRPr lang="zh-CN" altLang="en-US" sz="1400" b="1">
              <a:solidFill>
                <a:srgbClr val="FFFFFF"/>
              </a:solidFill>
              <a:latin typeface="+mj-ea"/>
              <a:ea typeface="+mj-ea"/>
              <a:cs typeface="+mj-ea"/>
              <a:sym typeface="+mn-ea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825D093C-78F0-C4D9-C24D-1689CC8A1F10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4499028" y="2786108"/>
            <a:ext cx="1226634" cy="1226634"/>
          </a:xfrm>
          <a:prstGeom prst="ellipse">
            <a:avLst/>
          </a:prstGeom>
          <a:noFill/>
          <a:ln w="12700">
            <a:gradFill>
              <a:gsLst>
                <a:gs pos="0">
                  <a:srgbClr val="FFFFFF">
                    <a:alpha val="45000"/>
                  </a:srgbClr>
                </a:gs>
                <a:gs pos="100000">
                  <a:srgbClr val="FFFFFF">
                    <a:alpha val="45000"/>
                  </a:srgbClr>
                </a:gs>
                <a:gs pos="75000">
                  <a:srgbClr val="FFFFFF">
                    <a:alpha val="0"/>
                  </a:srgbClr>
                </a:gs>
                <a:gs pos="25000">
                  <a:srgbClr val="FFFFFF">
                    <a:alpha val="0"/>
                  </a:srgbClr>
                </a:gs>
              </a:gsLst>
              <a:lin ang="5400000" scaled="1"/>
            </a:gradFill>
          </a:ln>
          <a:effectLst>
            <a:outerShdw dist="12700" dir="5400000" algn="t" rotWithShape="0">
              <a:schemeClr val="accent3">
                <a:lumMod val="7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lstStyle/>
          <a:p>
            <a:pPr lvl="0" algn="ctr">
              <a:buClrTx/>
              <a:buSzTx/>
              <a:buFontTx/>
            </a:pPr>
            <a:endParaRPr lang="zh-CN" altLang="en-US"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6" name="弧形 15">
            <a:extLst>
              <a:ext uri="{FF2B5EF4-FFF2-40B4-BE49-F238E27FC236}">
                <a16:creationId xmlns:a16="http://schemas.microsoft.com/office/drawing/2014/main" id="{8606086B-44F7-B507-344E-D30B26003E80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 flipV="1">
            <a:off x="4141315" y="2431732"/>
            <a:ext cx="1941392" cy="1941392"/>
          </a:xfrm>
          <a:prstGeom prst="arc">
            <a:avLst>
              <a:gd name="adj1" fmla="val 1352946"/>
              <a:gd name="adj2" fmla="val 10848491"/>
            </a:avLst>
          </a:prstGeom>
          <a:ln w="44450" cap="rnd">
            <a:solidFill>
              <a:schemeClr val="accent3">
                <a:alpha val="50000"/>
              </a:schemeClr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A781B8B2-D719-F48A-7675-BB696B244C30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6268905" y="2636616"/>
            <a:ext cx="1526953" cy="1526285"/>
          </a:xfrm>
          <a:prstGeom prst="ellipse">
            <a:avLst/>
          </a:prstGeom>
          <a:solidFill>
            <a:schemeClr val="accent4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9BE3A5C9-E828-DDD8-CC3D-590E1BE6F3D1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6347655" y="2716034"/>
            <a:ext cx="1369452" cy="1369452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innerShdw blurRad="152400">
              <a:schemeClr val="accent4">
                <a:lumMod val="20000"/>
                <a:lumOff val="80000"/>
                <a:alpha val="6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tIns="252095" bIns="0" numCol="1" spcCol="0" rtlCol="0" fromWordArt="0" anchor="t" anchorCtr="0" forceAA="0" compatLnSpc="1">
            <a:normAutofit/>
          </a:bodyPr>
          <a:lstStyle/>
          <a:p>
            <a:pPr lvl="0" algn="ctr">
              <a:buClrTx/>
              <a:buSzTx/>
              <a:buFontTx/>
            </a:pPr>
            <a:endParaRPr lang="zh-CN" altLang="en-US" sz="1400" b="1">
              <a:solidFill>
                <a:srgbClr val="FFFFFF"/>
              </a:solidFill>
              <a:latin typeface="+mj-ea"/>
              <a:ea typeface="+mj-ea"/>
              <a:cs typeface="+mj-ea"/>
              <a:sym typeface="+mn-ea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103A8752-90D3-2A56-7F4D-DB79403A717F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419064" y="2786108"/>
            <a:ext cx="1226634" cy="1226634"/>
          </a:xfrm>
          <a:prstGeom prst="ellipse">
            <a:avLst/>
          </a:prstGeom>
          <a:noFill/>
          <a:ln w="12700">
            <a:gradFill>
              <a:gsLst>
                <a:gs pos="0">
                  <a:srgbClr val="FFFFFF">
                    <a:alpha val="45000"/>
                  </a:srgbClr>
                </a:gs>
                <a:gs pos="100000">
                  <a:srgbClr val="FFFFFF">
                    <a:alpha val="45000"/>
                  </a:srgbClr>
                </a:gs>
                <a:gs pos="75000">
                  <a:srgbClr val="FFFFFF">
                    <a:alpha val="0"/>
                  </a:srgbClr>
                </a:gs>
                <a:gs pos="25000">
                  <a:srgbClr val="FFFFFF">
                    <a:alpha val="0"/>
                  </a:srgbClr>
                </a:gs>
              </a:gsLst>
              <a:lin ang="5400000" scaled="1"/>
            </a:gradFill>
          </a:ln>
          <a:effectLst>
            <a:outerShdw dist="12700" dir="5400000" algn="t" rotWithShape="0">
              <a:schemeClr val="accent4">
                <a:lumMod val="7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tIns="45720" numCol="1" spcCol="0" rtlCol="0" fromWordArt="0" anchor="ctr" anchorCtr="0" forceAA="0" compatLnSpc="1">
            <a:normAutofit/>
          </a:bodyPr>
          <a:lstStyle/>
          <a:p>
            <a:pPr lvl="0" algn="ctr">
              <a:buClrTx/>
              <a:buSzTx/>
              <a:buFontTx/>
            </a:pPr>
            <a:endParaRPr lang="zh-CN" altLang="en-US"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0" name="弧形 19">
            <a:extLst>
              <a:ext uri="{FF2B5EF4-FFF2-40B4-BE49-F238E27FC236}">
                <a16:creationId xmlns:a16="http://schemas.microsoft.com/office/drawing/2014/main" id="{3312C111-075A-E0DB-49DA-7EBA71FCAE2A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 flipV="1">
            <a:off x="6061351" y="2431732"/>
            <a:ext cx="1941392" cy="1941392"/>
          </a:xfrm>
          <a:prstGeom prst="arc">
            <a:avLst>
              <a:gd name="adj1" fmla="val 10822527"/>
              <a:gd name="adj2" fmla="val 20157622"/>
            </a:avLst>
          </a:prstGeom>
          <a:ln w="44450" cap="rnd">
            <a:solidFill>
              <a:schemeClr val="accent4">
                <a:alpha val="50000"/>
              </a:schemeClr>
            </a:solidFill>
            <a:headEnd type="non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43EE769F-E4B5-D69B-5FDD-7F076E166581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510131" y="2636616"/>
            <a:ext cx="1526953" cy="1526285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A75D5AEF-5FC4-FCDF-6601-DE9FE44C05F7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588881" y="2716034"/>
            <a:ext cx="1369452" cy="136945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innerShdw blurRad="152400">
              <a:schemeClr val="accent1">
                <a:lumMod val="20000"/>
                <a:lumOff val="80000"/>
                <a:alpha val="6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tIns="252095" bIns="0" numCol="1" spcCol="0" rtlCol="0" fromWordArt="0" anchor="t" anchorCtr="0" forceAA="0" compatLnSpc="1">
            <a:normAutofit/>
          </a:bodyPr>
          <a:lstStyle/>
          <a:p>
            <a:pPr lvl="0" algn="ctr">
              <a:buClrTx/>
              <a:buSzTx/>
              <a:buFontTx/>
            </a:pPr>
            <a:endParaRPr lang="zh-CN" altLang="en-US" sz="1400" b="1">
              <a:solidFill>
                <a:srgbClr val="FFFFFF"/>
              </a:solidFill>
              <a:latin typeface="+mj-ea"/>
              <a:ea typeface="+mj-ea"/>
              <a:cs typeface="+mj-ea"/>
              <a:sym typeface="+mn-ea"/>
            </a:endParaRP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9C947A31-0753-0152-C173-1C2EF1A50383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660290" y="2786108"/>
            <a:ext cx="1226634" cy="1226634"/>
          </a:xfrm>
          <a:prstGeom prst="ellipse">
            <a:avLst/>
          </a:prstGeom>
          <a:noFill/>
          <a:ln w="12700">
            <a:gradFill>
              <a:gsLst>
                <a:gs pos="0">
                  <a:srgbClr val="FFFFFF">
                    <a:alpha val="45000"/>
                  </a:srgbClr>
                </a:gs>
                <a:gs pos="100000">
                  <a:srgbClr val="FFFFFF">
                    <a:alpha val="45000"/>
                  </a:srgbClr>
                </a:gs>
                <a:gs pos="75000">
                  <a:srgbClr val="FFFFFF">
                    <a:alpha val="0"/>
                  </a:srgbClr>
                </a:gs>
                <a:gs pos="25000">
                  <a:srgbClr val="FFFFFF">
                    <a:alpha val="0"/>
                  </a:srgbClr>
                </a:gs>
              </a:gsLst>
              <a:lin ang="5400000" scaled="1"/>
            </a:gradFill>
          </a:ln>
          <a:effectLst>
            <a:outerShdw dist="12700" dir="5400000" algn="t" rotWithShape="0">
              <a:schemeClr val="accent1">
                <a:lumMod val="7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tIns="45720" numCol="1" spcCol="0" rtlCol="0" fromWordArt="0" anchor="ctr" anchorCtr="0" forceAA="0" compatLnSpc="1">
            <a:normAutofit/>
          </a:bodyPr>
          <a:lstStyle/>
          <a:p>
            <a:pPr lvl="0" algn="ctr">
              <a:buClrTx/>
              <a:buSzTx/>
              <a:buFontTx/>
            </a:pPr>
            <a:endParaRPr lang="zh-CN" altLang="en-US"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4" name="弧形 23">
            <a:extLst>
              <a:ext uri="{FF2B5EF4-FFF2-40B4-BE49-F238E27FC236}">
                <a16:creationId xmlns:a16="http://schemas.microsoft.com/office/drawing/2014/main" id="{15E2F354-F668-93B2-E4BE-6A4283A08EFD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 flipV="1">
            <a:off x="302577" y="2431732"/>
            <a:ext cx="1941392" cy="1941392"/>
          </a:xfrm>
          <a:prstGeom prst="arc">
            <a:avLst>
              <a:gd name="adj1" fmla="val 1352946"/>
              <a:gd name="adj2" fmla="val 10848491"/>
            </a:avLst>
          </a:prstGeom>
          <a:ln w="44450" cap="rnd">
            <a:solidFill>
              <a:schemeClr val="accent1">
                <a:alpha val="50000"/>
              </a:schemeClr>
            </a:solidFill>
            <a:head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97D3CD37-9165-C17A-1C10-0B3A8CB285F0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2430167" y="2636616"/>
            <a:ext cx="1526953" cy="1526285"/>
          </a:xfrm>
          <a:prstGeom prst="ellipse">
            <a:avLst/>
          </a:prstGeom>
          <a:solidFill>
            <a:schemeClr val="accent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85AC86FA-2BFC-1E95-EBE7-9201A3A82C85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2508917" y="2716034"/>
            <a:ext cx="1369452" cy="1369452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innerShdw blurRad="152400">
              <a:schemeClr val="accent2">
                <a:lumMod val="20000"/>
                <a:lumOff val="80000"/>
                <a:alpha val="6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tIns="252095" bIns="0" numCol="1" spcCol="0" rtlCol="0" fromWordArt="0" anchor="t" anchorCtr="0" forceAA="0" compatLnSpc="1">
            <a:normAutofit/>
          </a:bodyPr>
          <a:lstStyle/>
          <a:p>
            <a:pPr lvl="0" algn="ctr">
              <a:buClrTx/>
              <a:buSzTx/>
              <a:buFontTx/>
            </a:pPr>
            <a:endParaRPr lang="zh-CN" altLang="en-US" sz="1400" b="1">
              <a:solidFill>
                <a:srgbClr val="FFFFFF"/>
              </a:solidFill>
              <a:latin typeface="+mj-ea"/>
              <a:ea typeface="+mj-ea"/>
              <a:cs typeface="+mj-ea"/>
              <a:sym typeface="+mn-ea"/>
            </a:endParaRP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843D3E68-42B6-9EBD-45D6-9E31000E66F1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2580326" y="2786108"/>
            <a:ext cx="1226634" cy="1226634"/>
          </a:xfrm>
          <a:prstGeom prst="ellipse">
            <a:avLst/>
          </a:prstGeom>
          <a:noFill/>
          <a:ln w="12700">
            <a:gradFill>
              <a:gsLst>
                <a:gs pos="0">
                  <a:srgbClr val="FFFFFF">
                    <a:alpha val="45000"/>
                  </a:srgbClr>
                </a:gs>
                <a:gs pos="100000">
                  <a:srgbClr val="FFFFFF">
                    <a:alpha val="45000"/>
                  </a:srgbClr>
                </a:gs>
                <a:gs pos="75000">
                  <a:srgbClr val="FFFFFF">
                    <a:alpha val="0"/>
                  </a:srgbClr>
                </a:gs>
                <a:gs pos="25000">
                  <a:srgbClr val="FFFFFF">
                    <a:alpha val="0"/>
                  </a:srgbClr>
                </a:gs>
              </a:gsLst>
              <a:lin ang="5400000" scaled="1"/>
            </a:gradFill>
          </a:ln>
          <a:effectLst>
            <a:outerShdw dist="12700" dir="5400000" algn="t" rotWithShape="0">
              <a:schemeClr val="accent2">
                <a:lumMod val="7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lstStyle/>
          <a:p>
            <a:pPr lvl="0" algn="ctr">
              <a:buClrTx/>
              <a:buSzTx/>
              <a:buFontTx/>
            </a:pPr>
            <a:endParaRPr lang="zh-CN" altLang="en-US"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8" name="弧形 27">
            <a:extLst>
              <a:ext uri="{FF2B5EF4-FFF2-40B4-BE49-F238E27FC236}">
                <a16:creationId xmlns:a16="http://schemas.microsoft.com/office/drawing/2014/main" id="{2BF7432E-65EA-D35E-38DF-E3ECAF187440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 flipV="1">
            <a:off x="2222614" y="2431732"/>
            <a:ext cx="1941392" cy="1941392"/>
          </a:xfrm>
          <a:prstGeom prst="arc">
            <a:avLst>
              <a:gd name="adj1" fmla="val 10822527"/>
              <a:gd name="adj2" fmla="val 20157622"/>
            </a:avLst>
          </a:prstGeom>
          <a:ln w="44450" cap="rnd">
            <a:solidFill>
              <a:schemeClr val="accent2">
                <a:alpha val="50000"/>
              </a:schemeClr>
            </a:solidFill>
            <a:headEnd type="non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53B5D41-73CF-8754-5136-021E10F39767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8088167" y="4620053"/>
            <a:ext cx="1729835" cy="153295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检查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电路设计，仿真结果，输入输出端口定义，确认无误后，</a:t>
            </a:r>
            <a:r>
              <a:rPr lang="zh-CN" altLang="en-US" sz="1600">
                <a:solidFill>
                  <a:srgbClr val="0066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生成</a:t>
            </a:r>
            <a:r>
              <a:rPr lang="en-US" altLang="zh-CN" sz="1600">
                <a:solidFill>
                  <a:srgbClr val="0066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bit</a:t>
            </a:r>
            <a:r>
              <a:rPr lang="zh-CN" altLang="en-US" sz="1600">
                <a:solidFill>
                  <a:srgbClr val="0066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文件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。</a:t>
            </a: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7656A8D1-B8D5-1F24-5287-09CFDC457E44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8189608" y="2636616"/>
            <a:ext cx="1526953" cy="1526285"/>
          </a:xfrm>
          <a:prstGeom prst="ellipse">
            <a:avLst/>
          </a:prstGeom>
          <a:solidFill>
            <a:schemeClr val="accent5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BBAEB583-F257-F9D3-1DD1-FDE2DC87B32B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8268359" y="2716034"/>
            <a:ext cx="1369452" cy="1369452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innerShdw blurRad="152400">
              <a:schemeClr val="accent1">
                <a:lumMod val="20000"/>
                <a:lumOff val="80000"/>
                <a:alpha val="6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tIns="252095" bIns="0" numCol="1" spcCol="0" rtlCol="0" fromWordArt="0" anchor="t" anchorCtr="0" forceAA="0" compatLnSpc="1">
            <a:normAutofit/>
          </a:bodyPr>
          <a:lstStyle/>
          <a:p>
            <a:pPr lvl="0" algn="ctr">
              <a:buClrTx/>
              <a:buSzTx/>
              <a:buFontTx/>
            </a:pPr>
            <a:endParaRPr lang="zh-CN" altLang="en-US" sz="1400" b="1">
              <a:solidFill>
                <a:srgbClr val="FFFFFF"/>
              </a:solidFill>
              <a:latin typeface="+mj-ea"/>
              <a:ea typeface="+mj-ea"/>
              <a:cs typeface="+mj-ea"/>
              <a:sym typeface="+mn-ea"/>
            </a:endParaRP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82E86D17-D0F6-351F-A0D3-173F0F5B5988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8339768" y="2786108"/>
            <a:ext cx="1226634" cy="1226634"/>
          </a:xfrm>
          <a:prstGeom prst="ellipse">
            <a:avLst/>
          </a:prstGeom>
          <a:noFill/>
          <a:ln w="12700">
            <a:gradFill>
              <a:gsLst>
                <a:gs pos="0">
                  <a:srgbClr val="FFFFFF">
                    <a:alpha val="45000"/>
                  </a:srgbClr>
                </a:gs>
                <a:gs pos="100000">
                  <a:srgbClr val="FFFFFF">
                    <a:alpha val="45000"/>
                  </a:srgbClr>
                </a:gs>
                <a:gs pos="75000">
                  <a:srgbClr val="FFFFFF">
                    <a:alpha val="0"/>
                  </a:srgbClr>
                </a:gs>
                <a:gs pos="25000">
                  <a:srgbClr val="FFFFFF">
                    <a:alpha val="0"/>
                  </a:srgbClr>
                </a:gs>
              </a:gsLst>
              <a:lin ang="5400000" scaled="1"/>
            </a:gradFill>
          </a:ln>
          <a:effectLst>
            <a:outerShdw dist="12700" dir="5400000" algn="t" rotWithShape="0">
              <a:schemeClr val="accent5">
                <a:lumMod val="7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lstStyle/>
          <a:p>
            <a:pPr lvl="0" algn="ctr">
              <a:buClrTx/>
              <a:buSzTx/>
              <a:buFontTx/>
            </a:pPr>
            <a:endParaRPr lang="zh-CN" altLang="en-US"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3" name="弧形 32">
            <a:extLst>
              <a:ext uri="{FF2B5EF4-FFF2-40B4-BE49-F238E27FC236}">
                <a16:creationId xmlns:a16="http://schemas.microsoft.com/office/drawing/2014/main" id="{710F7A67-F641-1596-3521-E5312569CEB0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 flipV="1">
            <a:off x="7982055" y="2431732"/>
            <a:ext cx="1941392" cy="1941392"/>
          </a:xfrm>
          <a:prstGeom prst="arc">
            <a:avLst>
              <a:gd name="adj1" fmla="val 1352946"/>
              <a:gd name="adj2" fmla="val 10848491"/>
            </a:avLst>
          </a:prstGeom>
          <a:ln w="44450" cap="rnd">
            <a:solidFill>
              <a:schemeClr val="accent5">
                <a:alpha val="50000"/>
              </a:schemeClr>
            </a:solidFill>
            <a:head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336A9C33-40C7-AD62-D355-11D2FD50CECE}"/>
              </a:ext>
            </a:extLst>
          </p:cNvPr>
          <p:cNvSpPr/>
          <p:nvPr>
            <p:custDataLst>
              <p:tags r:id="rId26"/>
            </p:custDataLst>
          </p:nvPr>
        </p:nvSpPr>
        <p:spPr>
          <a:xfrm>
            <a:off x="10141011" y="2581224"/>
            <a:ext cx="1526953" cy="1526285"/>
          </a:xfrm>
          <a:prstGeom prst="ellipse">
            <a:avLst/>
          </a:prstGeom>
          <a:solidFill>
            <a:schemeClr val="accent6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9CC30937-3B9F-6D03-4AE0-900D15FB256A}"/>
              </a:ext>
            </a:extLst>
          </p:cNvPr>
          <p:cNvSpPr/>
          <p:nvPr>
            <p:custDataLst>
              <p:tags r:id="rId27"/>
            </p:custDataLst>
          </p:nvPr>
        </p:nvSpPr>
        <p:spPr>
          <a:xfrm>
            <a:off x="10219761" y="2660642"/>
            <a:ext cx="1369452" cy="1369452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>
            <a:innerShdw blurRad="152400">
              <a:schemeClr val="accent4">
                <a:lumMod val="20000"/>
                <a:lumOff val="80000"/>
                <a:alpha val="6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tIns="252095" bIns="0" numCol="1" spcCol="0" rtlCol="0" fromWordArt="0" anchor="t" anchorCtr="0" forceAA="0" compatLnSpc="1">
            <a:normAutofit/>
          </a:bodyPr>
          <a:lstStyle/>
          <a:p>
            <a:pPr lvl="0" algn="ctr">
              <a:buClrTx/>
              <a:buSzTx/>
              <a:buFontTx/>
            </a:pPr>
            <a:endParaRPr lang="zh-CN" altLang="en-US" sz="1400" b="1">
              <a:solidFill>
                <a:srgbClr val="FFFFFF"/>
              </a:solidFill>
              <a:latin typeface="+mj-ea"/>
              <a:ea typeface="+mj-ea"/>
              <a:cs typeface="+mj-ea"/>
              <a:sym typeface="+mn-ea"/>
            </a:endParaRPr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F7ABF340-1511-35A4-606F-55D9C004224B}"/>
              </a:ext>
            </a:extLst>
          </p:cNvPr>
          <p:cNvSpPr/>
          <p:nvPr>
            <p:custDataLst>
              <p:tags r:id="rId28"/>
            </p:custDataLst>
          </p:nvPr>
        </p:nvSpPr>
        <p:spPr>
          <a:xfrm>
            <a:off x="10291170" y="2730716"/>
            <a:ext cx="1226634" cy="1226634"/>
          </a:xfrm>
          <a:prstGeom prst="ellipse">
            <a:avLst/>
          </a:prstGeom>
          <a:noFill/>
          <a:ln w="12700">
            <a:gradFill>
              <a:gsLst>
                <a:gs pos="0">
                  <a:srgbClr val="FFFFFF">
                    <a:alpha val="45000"/>
                  </a:srgbClr>
                </a:gs>
                <a:gs pos="100000">
                  <a:srgbClr val="FFFFFF">
                    <a:alpha val="45000"/>
                  </a:srgbClr>
                </a:gs>
                <a:gs pos="75000">
                  <a:srgbClr val="FFFFFF">
                    <a:alpha val="0"/>
                  </a:srgbClr>
                </a:gs>
                <a:gs pos="25000">
                  <a:srgbClr val="FFFFFF">
                    <a:alpha val="0"/>
                  </a:srgbClr>
                </a:gs>
              </a:gsLst>
              <a:lin ang="5400000" scaled="1"/>
            </a:gradFill>
          </a:ln>
          <a:effectLst>
            <a:outerShdw dist="12700" dir="5400000" algn="t" rotWithShape="0">
              <a:schemeClr val="accent6">
                <a:lumMod val="7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lstStyle/>
          <a:p>
            <a:pPr lvl="0" algn="ctr">
              <a:buClrTx/>
              <a:buSzTx/>
              <a:buFontTx/>
            </a:pPr>
            <a:endParaRPr lang="zh-CN" altLang="en-US"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7" name="弧形 36">
            <a:extLst>
              <a:ext uri="{FF2B5EF4-FFF2-40B4-BE49-F238E27FC236}">
                <a16:creationId xmlns:a16="http://schemas.microsoft.com/office/drawing/2014/main" id="{7A5F33A5-6552-46E3-16FC-8357EAFBAE9D}"/>
              </a:ext>
            </a:extLst>
          </p:cNvPr>
          <p:cNvSpPr/>
          <p:nvPr>
            <p:custDataLst>
              <p:tags r:id="rId29"/>
            </p:custDataLst>
          </p:nvPr>
        </p:nvSpPr>
        <p:spPr>
          <a:xfrm flipV="1">
            <a:off x="9933458" y="2376340"/>
            <a:ext cx="1941392" cy="1941392"/>
          </a:xfrm>
          <a:prstGeom prst="arc">
            <a:avLst>
              <a:gd name="adj1" fmla="val 10822527"/>
              <a:gd name="adj2" fmla="val 20157622"/>
            </a:avLst>
          </a:prstGeom>
          <a:ln w="44450" cap="rnd">
            <a:solidFill>
              <a:schemeClr val="accent6">
                <a:alpha val="50000"/>
              </a:schemeClr>
            </a:solidFill>
            <a:headEnd type="non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3C2DB75-2CA5-4F0F-F940-0F345B2FAD6E}"/>
              </a:ext>
            </a:extLst>
          </p:cNvPr>
          <p:cNvSpPr/>
          <p:nvPr>
            <p:custDataLst>
              <p:tags r:id="rId30"/>
            </p:custDataLst>
          </p:nvPr>
        </p:nvSpPr>
        <p:spPr>
          <a:xfrm>
            <a:off x="10039570" y="4620053"/>
            <a:ext cx="1729836" cy="153295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将生成的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bit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文件通过</a:t>
            </a:r>
            <a:r>
              <a:rPr lang="zh-CN" altLang="en-US" sz="1600">
                <a:solidFill>
                  <a:srgbClr val="0066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数据线</a:t>
            </a:r>
            <a:r>
              <a:rPr lang="zh-CN" altLang="en-US" sz="16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下载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至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  <a:sym typeface="+mn-ea"/>
              </a:rPr>
              <a:t>可编程芯片。实际验证电路功能，完成设计</a:t>
            </a:r>
          </a:p>
        </p:txBody>
      </p:sp>
      <p:pic>
        <p:nvPicPr>
          <p:cNvPr id="39" name="图片 15" descr="343439383331313b343532303033313bd3a6d3c3c9ccb3c7">
            <a:extLst>
              <a:ext uri="{FF2B5EF4-FFF2-40B4-BE49-F238E27FC236}">
                <a16:creationId xmlns:a16="http://schemas.microsoft.com/office/drawing/2014/main" id="{6F99B747-0B8C-6366-5F45-A1D401E5047F}"/>
              </a:ext>
            </a:extLst>
          </p:cNvPr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1150810" y="3043047"/>
            <a:ext cx="264848" cy="264848"/>
          </a:xfrm>
          <a:prstGeom prst="rect">
            <a:avLst/>
          </a:prstGeom>
        </p:spPr>
      </p:pic>
      <p:sp>
        <p:nvSpPr>
          <p:cNvPr id="40" name="矩形 39">
            <a:extLst>
              <a:ext uri="{FF2B5EF4-FFF2-40B4-BE49-F238E27FC236}">
                <a16:creationId xmlns:a16="http://schemas.microsoft.com/office/drawing/2014/main" id="{DB0D9BA9-7C56-6D0D-3215-BA83E4EDC25E}"/>
              </a:ext>
            </a:extLst>
          </p:cNvPr>
          <p:cNvSpPr/>
          <p:nvPr>
            <p:custDataLst>
              <p:tags r:id="rId32"/>
            </p:custDataLst>
          </p:nvPr>
        </p:nvSpPr>
        <p:spPr>
          <a:xfrm>
            <a:off x="658955" y="3326014"/>
            <a:ext cx="1229304" cy="541908"/>
          </a:xfrm>
          <a:prstGeom prst="rect">
            <a:avLst/>
          </a:prstGeom>
          <a:noFill/>
        </p:spPr>
        <p:txBody>
          <a:bodyPr wrap="square" lIns="36195" tIns="36195" rIns="36195" bIns="36195" rtlCol="0" anchor="t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新建工程</a:t>
            </a:r>
          </a:p>
        </p:txBody>
      </p:sp>
      <p:pic>
        <p:nvPicPr>
          <p:cNvPr id="41" name="图片 19" descr="343435383038363b343532323339393bd6b4d0d0d5aad2aa">
            <a:extLst>
              <a:ext uri="{FF2B5EF4-FFF2-40B4-BE49-F238E27FC236}">
                <a16:creationId xmlns:a16="http://schemas.microsoft.com/office/drawing/2014/main" id="{913B58D7-6624-07FD-C584-654B8B19CBF9}"/>
              </a:ext>
            </a:extLst>
          </p:cNvPr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3063505" y="3015685"/>
            <a:ext cx="264848" cy="264848"/>
          </a:xfrm>
          <a:prstGeom prst="rect">
            <a:avLst/>
          </a:prstGeom>
        </p:spPr>
      </p:pic>
      <p:sp>
        <p:nvSpPr>
          <p:cNvPr id="42" name="矩形 41">
            <a:extLst>
              <a:ext uri="{FF2B5EF4-FFF2-40B4-BE49-F238E27FC236}">
                <a16:creationId xmlns:a16="http://schemas.microsoft.com/office/drawing/2014/main" id="{0047ED3F-20B5-DF6F-4428-0EEDA3F579E4}"/>
              </a:ext>
            </a:extLst>
          </p:cNvPr>
          <p:cNvSpPr/>
          <p:nvPr>
            <p:custDataLst>
              <p:tags r:id="rId34"/>
            </p:custDataLst>
          </p:nvPr>
        </p:nvSpPr>
        <p:spPr>
          <a:xfrm>
            <a:off x="2578992" y="3326014"/>
            <a:ext cx="1229304" cy="541908"/>
          </a:xfrm>
          <a:prstGeom prst="rect">
            <a:avLst/>
          </a:prstGeom>
          <a:noFill/>
        </p:spPr>
        <p:txBody>
          <a:bodyPr wrap="square" lIns="36195" tIns="36195" rIns="36195" bIns="36195" rtlCol="0" anchor="t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FFFF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电路设计</a:t>
            </a:r>
          </a:p>
        </p:txBody>
      </p:sp>
      <p:pic>
        <p:nvPicPr>
          <p:cNvPr id="43" name="图片 11" descr="343439383331313b343532303032373bbfcdbba7b5b5b0b8">
            <a:extLst>
              <a:ext uri="{FF2B5EF4-FFF2-40B4-BE49-F238E27FC236}">
                <a16:creationId xmlns:a16="http://schemas.microsoft.com/office/drawing/2014/main" id="{E7F36840-77E8-2BB3-B696-25D2AE00E96A}"/>
              </a:ext>
            </a:extLst>
          </p:cNvPr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4991550" y="3035039"/>
            <a:ext cx="264848" cy="264848"/>
          </a:xfrm>
          <a:prstGeom prst="rect">
            <a:avLst/>
          </a:prstGeom>
        </p:spPr>
      </p:pic>
      <p:sp>
        <p:nvSpPr>
          <p:cNvPr id="44" name="矩形 43">
            <a:extLst>
              <a:ext uri="{FF2B5EF4-FFF2-40B4-BE49-F238E27FC236}">
                <a16:creationId xmlns:a16="http://schemas.microsoft.com/office/drawing/2014/main" id="{ADE50F8E-CBE1-A6A7-8CCA-1D269188D13C}"/>
              </a:ext>
            </a:extLst>
          </p:cNvPr>
          <p:cNvSpPr/>
          <p:nvPr>
            <p:custDataLst>
              <p:tags r:id="rId36"/>
            </p:custDataLst>
          </p:nvPr>
        </p:nvSpPr>
        <p:spPr>
          <a:xfrm>
            <a:off x="4497693" y="3326014"/>
            <a:ext cx="1229304" cy="541908"/>
          </a:xfrm>
          <a:prstGeom prst="rect">
            <a:avLst/>
          </a:prstGeom>
          <a:noFill/>
        </p:spPr>
        <p:txBody>
          <a:bodyPr wrap="square" lIns="36195" tIns="36195" rIns="36195" bIns="36195" rtlCol="0" anchor="t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FFFF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电路仿真</a:t>
            </a:r>
          </a:p>
        </p:txBody>
      </p:sp>
      <p:pic>
        <p:nvPicPr>
          <p:cNvPr id="45" name="图片 12" descr="带标记的地图 纯色填充">
            <a:extLst>
              <a:ext uri="{FF2B5EF4-FFF2-40B4-BE49-F238E27FC236}">
                <a16:creationId xmlns:a16="http://schemas.microsoft.com/office/drawing/2014/main" id="{CEDF413C-566C-1F7C-34E0-ECED1ECDECA8}"/>
              </a:ext>
            </a:extLst>
          </p:cNvPr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/>
        </p:blipFill>
        <p:spPr>
          <a:xfrm>
            <a:off x="6842720" y="2955095"/>
            <a:ext cx="351096" cy="351096"/>
          </a:xfrm>
          <a:prstGeom prst="rect">
            <a:avLst/>
          </a:prstGeom>
        </p:spPr>
      </p:pic>
      <p:sp>
        <p:nvSpPr>
          <p:cNvPr id="46" name="矩形 45">
            <a:extLst>
              <a:ext uri="{FF2B5EF4-FFF2-40B4-BE49-F238E27FC236}">
                <a16:creationId xmlns:a16="http://schemas.microsoft.com/office/drawing/2014/main" id="{4338F301-35F8-199C-6114-6D4D0DB72CB2}"/>
              </a:ext>
            </a:extLst>
          </p:cNvPr>
          <p:cNvSpPr/>
          <p:nvPr>
            <p:custDataLst>
              <p:tags r:id="rId38"/>
            </p:custDataLst>
          </p:nvPr>
        </p:nvSpPr>
        <p:spPr>
          <a:xfrm>
            <a:off x="6417729" y="3326014"/>
            <a:ext cx="1229304" cy="541908"/>
          </a:xfrm>
          <a:prstGeom prst="rect">
            <a:avLst/>
          </a:prstGeom>
          <a:noFill/>
        </p:spPr>
        <p:txBody>
          <a:bodyPr wrap="square" lIns="36195" tIns="36195" rIns="36195" bIns="36195" rtlCol="0" anchor="t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FFFF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定义管脚</a:t>
            </a:r>
          </a:p>
        </p:txBody>
      </p:sp>
      <p:sp>
        <p:nvSpPr>
          <p:cNvPr id="47" name="标题">
            <a:extLst>
              <a:ext uri="{FF2B5EF4-FFF2-40B4-BE49-F238E27FC236}">
                <a16:creationId xmlns:a16="http://schemas.microsoft.com/office/drawing/2014/main" id="{67928093-26DD-5207-E96C-CCDE852F4035}"/>
              </a:ext>
            </a:extLst>
          </p:cNvPr>
          <p:cNvSpPr txBox="1"/>
          <p:nvPr>
            <p:custDataLst>
              <p:tags r:id="rId39"/>
            </p:custDataLst>
          </p:nvPr>
        </p:nvSpPr>
        <p:spPr>
          <a:xfrm>
            <a:off x="8338433" y="3326014"/>
            <a:ext cx="1229304" cy="541908"/>
          </a:xfrm>
          <a:prstGeom prst="rect">
            <a:avLst/>
          </a:prstGeom>
          <a:noFill/>
        </p:spPr>
        <p:txBody>
          <a:bodyPr wrap="square" lIns="36195" tIns="36195" rIns="36195" bIns="36195" rtlCol="0" anchor="t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  <a:sym typeface="+mn-ea"/>
              </a:rPr>
              <a:t>检查设计</a:t>
            </a:r>
          </a:p>
        </p:txBody>
      </p:sp>
      <p:pic>
        <p:nvPicPr>
          <p:cNvPr id="48" name="图片 16" descr="343439383331313b343532303033323bd3a6d3c3b9dcc0ed">
            <a:extLst>
              <a:ext uri="{FF2B5EF4-FFF2-40B4-BE49-F238E27FC236}">
                <a16:creationId xmlns:a16="http://schemas.microsoft.com/office/drawing/2014/main" id="{B6C4D81E-1E35-894B-A549-7A3C2F450334}"/>
              </a:ext>
            </a:extLst>
          </p:cNvPr>
          <p:cNvPicPr>
            <a:picLocks noChangeAspect="1"/>
          </p:cNvPicPr>
          <p:nvPr>
            <p:custDataLst>
              <p:tags r:id="rId40"/>
            </p:custDataLst>
          </p:nvPr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8830288" y="3033704"/>
            <a:ext cx="264848" cy="264848"/>
          </a:xfrm>
          <a:prstGeom prst="rect">
            <a:avLst/>
          </a:prstGeom>
        </p:spPr>
      </p:pic>
      <p:pic>
        <p:nvPicPr>
          <p:cNvPr id="49" name="图片 8" descr="343439383331313b343532303032343bb7a2b2bcb9dcc0ed">
            <a:extLst>
              <a:ext uri="{FF2B5EF4-FFF2-40B4-BE49-F238E27FC236}">
                <a16:creationId xmlns:a16="http://schemas.microsoft.com/office/drawing/2014/main" id="{E581F905-0824-2E4D-25DC-9121875CA0CF}"/>
              </a:ext>
            </a:extLst>
          </p:cNvPr>
          <p:cNvPicPr>
            <a:picLocks noChangeAspect="1"/>
          </p:cNvPicPr>
          <p:nvPr>
            <p:custDataLst>
              <p:tags r:id="rId41"/>
            </p:custDataLst>
          </p:nvPr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10752326" y="2973640"/>
            <a:ext cx="264848" cy="264848"/>
          </a:xfrm>
          <a:prstGeom prst="rect">
            <a:avLst/>
          </a:prstGeom>
        </p:spPr>
      </p:pic>
      <p:sp>
        <p:nvSpPr>
          <p:cNvPr id="50" name="标题">
            <a:extLst>
              <a:ext uri="{FF2B5EF4-FFF2-40B4-BE49-F238E27FC236}">
                <a16:creationId xmlns:a16="http://schemas.microsoft.com/office/drawing/2014/main" id="{150CF3B7-52C7-F6FB-B137-661C6D7FF493}"/>
              </a:ext>
            </a:extLst>
          </p:cNvPr>
          <p:cNvSpPr txBox="1"/>
          <p:nvPr>
            <p:custDataLst>
              <p:tags r:id="rId42"/>
            </p:custDataLst>
          </p:nvPr>
        </p:nvSpPr>
        <p:spPr>
          <a:xfrm>
            <a:off x="10298512" y="3326681"/>
            <a:ext cx="1229304" cy="541908"/>
          </a:xfrm>
          <a:prstGeom prst="rect">
            <a:avLst/>
          </a:prstGeom>
          <a:noFill/>
        </p:spPr>
        <p:txBody>
          <a:bodyPr wrap="square" lIns="36195" tIns="36195" rIns="36195" bIns="36195" rtlCol="0" anchor="t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  <a:sym typeface="+mn-ea"/>
              </a:rPr>
              <a:t>实现电路</a:t>
            </a:r>
          </a:p>
        </p:txBody>
      </p:sp>
      <p:sp>
        <p:nvSpPr>
          <p:cNvPr id="51" name="标题 4">
            <a:extLst>
              <a:ext uri="{FF2B5EF4-FFF2-40B4-BE49-F238E27FC236}">
                <a16:creationId xmlns:a16="http://schemas.microsoft.com/office/drawing/2014/main" id="{4579BE66-49C8-DD2C-1EEA-4D1326F22A6C}"/>
              </a:ext>
            </a:extLst>
          </p:cNvPr>
          <p:cNvSpPr>
            <a:spLocks noGrp="1"/>
          </p:cNvSpPr>
          <p:nvPr>
            <p:ph type="title"/>
            <p:custDataLst>
              <p:tags r:id="rId43"/>
            </p:custDataLst>
          </p:nvPr>
        </p:nvSpPr>
        <p:spPr>
          <a:xfrm>
            <a:off x="609600" y="533400"/>
            <a:ext cx="10972800" cy="990600"/>
          </a:xfrm>
        </p:spPr>
        <p:txBody>
          <a:bodyPr>
            <a:normAutofit/>
          </a:bodyPr>
          <a:lstStyle/>
          <a:p>
            <a:pPr algn="just">
              <a:lnSpc>
                <a:spcPct val="160000"/>
              </a:lnSpc>
              <a:spcBef>
                <a:spcPts val="600"/>
              </a:spcBef>
              <a:buClr>
                <a:schemeClr val="tx2"/>
              </a:buClr>
              <a:buSzPct val="90000"/>
            </a:pP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可编程器件设计仿真软件</a:t>
            </a:r>
            <a:r>
              <a: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ISE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的使用流程</a:t>
            </a:r>
            <a:endParaRPr lang="en-US" altLang="zh-CN" sz="32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52" name="页脚占位符 51">
            <a:extLst>
              <a:ext uri="{FF2B5EF4-FFF2-40B4-BE49-F238E27FC236}">
                <a16:creationId xmlns:a16="http://schemas.microsoft.com/office/drawing/2014/main" id="{CEA4B364-18A7-7EB0-9442-32A4E590E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zh-CN" altLang="en-US"/>
              <a:t>南京邮电大学</a:t>
            </a:r>
            <a:r>
              <a:rPr lang="en-US" altLang="zh-CN"/>
              <a:t>-</a:t>
            </a:r>
            <a:r>
              <a:rPr lang="zh-CN" altLang="en-US"/>
              <a:t>电工电子实验教学中心</a:t>
            </a:r>
          </a:p>
        </p:txBody>
      </p:sp>
      <p:sp>
        <p:nvSpPr>
          <p:cNvPr id="53" name="灯片编号占位符 52">
            <a:extLst>
              <a:ext uri="{FF2B5EF4-FFF2-40B4-BE49-F238E27FC236}">
                <a16:creationId xmlns:a16="http://schemas.microsoft.com/office/drawing/2014/main" id="{73931408-45F3-89EB-5D15-51CBCFDAA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0C913308-F349-4B6D-A68A-DD1791B4A57B}" type="slidenum">
              <a:rPr lang="zh-CN" altLang="en-US" smtClean="0"/>
              <a:pPr algn="r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1080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5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6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6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6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8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8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8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9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9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9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0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0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0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0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1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1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3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/>
      <p:bldP spid="40" grpId="0"/>
      <p:bldP spid="42" grpId="0"/>
      <p:bldP spid="44" grpId="0"/>
      <p:bldP spid="46" grpId="0"/>
      <p:bldP spid="47" grpId="0"/>
      <p:bldP spid="5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灯片编号占位符 8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0C913308-F349-4B6D-A68A-DD1791B4A57B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56" name="页脚占位符 5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zh-CN" altLang="en-US"/>
              <a:t>南京邮电大学</a:t>
            </a:r>
            <a:r>
              <a:rPr lang="en-US" altLang="zh-CN"/>
              <a:t>-</a:t>
            </a:r>
            <a:r>
              <a:rPr lang="zh-CN" altLang="en-US"/>
              <a:t>电工电子实验教学中心</a:t>
            </a:r>
          </a:p>
        </p:txBody>
      </p:sp>
      <p:sp>
        <p:nvSpPr>
          <p:cNvPr id="17" name="标题 16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一、新建工程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AB16C031-7C6E-A13E-4DCA-B470DE8233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202"/>
          <a:stretch/>
        </p:blipFill>
        <p:spPr bwMode="auto">
          <a:xfrm>
            <a:off x="897525" y="1709928"/>
            <a:ext cx="4676775" cy="2215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60DA9285-F9AB-2615-0E01-A768C9117B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926504"/>
            <a:ext cx="4944120" cy="4454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0944306F-4491-0E2E-3B9F-0D4A6E31D7BB}"/>
              </a:ext>
            </a:extLst>
          </p:cNvPr>
          <p:cNvSpPr/>
          <p:nvPr/>
        </p:nvSpPr>
        <p:spPr>
          <a:xfrm>
            <a:off x="7240390" y="2852936"/>
            <a:ext cx="1495474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EA6CDD89-B974-40EE-2A1C-4FB9C068D8C7}"/>
              </a:ext>
            </a:extLst>
          </p:cNvPr>
          <p:cNvSpPr txBox="1"/>
          <p:nvPr/>
        </p:nvSpPr>
        <p:spPr>
          <a:xfrm>
            <a:off x="8472264" y="1268760"/>
            <a:ext cx="29523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全英文，不以数字开头</a:t>
            </a:r>
            <a:endParaRPr lang="en-US" altLang="zh-CN" dirty="0">
              <a:solidFill>
                <a:srgbClr val="FF0000"/>
              </a:solidFill>
              <a:latin typeface="Times New Roman" pitchFamily="18" charset="0"/>
              <a:ea typeface="黑体" pitchFamily="49" charset="-122"/>
            </a:endParaRPr>
          </a:p>
          <a:p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不能取关键字</a:t>
            </a:r>
            <a:endParaRPr lang="en-US" altLang="zh-CN" dirty="0">
              <a:solidFill>
                <a:srgbClr val="FF0000"/>
              </a:solidFill>
              <a:latin typeface="Times New Roman" pitchFamily="18" charset="0"/>
              <a:ea typeface="黑体" pitchFamily="49" charset="-122"/>
            </a:endParaRP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994E44E9-38C4-AC0A-E696-F0BB5EEC397F}"/>
              </a:ext>
            </a:extLst>
          </p:cNvPr>
          <p:cNvCxnSpPr/>
          <p:nvPr/>
        </p:nvCxnSpPr>
        <p:spPr>
          <a:xfrm flipH="1">
            <a:off x="8262453" y="1988840"/>
            <a:ext cx="450949" cy="864096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56B0B94B-B61D-FD00-CDE3-EBC7BF5EBCB2}"/>
              </a:ext>
            </a:extLst>
          </p:cNvPr>
          <p:cNvSpPr/>
          <p:nvPr/>
        </p:nvSpPr>
        <p:spPr>
          <a:xfrm>
            <a:off x="7259291" y="3184040"/>
            <a:ext cx="1495474" cy="389758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29586A1A-5BAA-6123-D27E-BA272B20A27F}"/>
              </a:ext>
            </a:extLst>
          </p:cNvPr>
          <p:cNvSpPr txBox="1"/>
          <p:nvPr/>
        </p:nvSpPr>
        <p:spPr>
          <a:xfrm>
            <a:off x="7587828" y="4059264"/>
            <a:ext cx="1800200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B0F0"/>
                </a:solidFill>
                <a:latin typeface="Times New Roman" pitchFamily="18" charset="0"/>
                <a:ea typeface="黑体" pitchFamily="49" charset="-122"/>
              </a:rPr>
              <a:t>全英文路径，不要存桌面</a:t>
            </a:r>
            <a:endParaRPr lang="en-US" altLang="zh-CN" dirty="0">
              <a:solidFill>
                <a:srgbClr val="00B0F0"/>
              </a:solidFill>
              <a:latin typeface="Times New Roman" pitchFamily="18" charset="0"/>
              <a:ea typeface="黑体" pitchFamily="49" charset="-122"/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EF0C2E15-3B1B-1708-A198-DC322DDB9965}"/>
              </a:ext>
            </a:extLst>
          </p:cNvPr>
          <p:cNvCxnSpPr>
            <a:cxnSpLocks/>
          </p:cNvCxnSpPr>
          <p:nvPr/>
        </p:nvCxnSpPr>
        <p:spPr>
          <a:xfrm flipH="1" flipV="1">
            <a:off x="7988127" y="3570825"/>
            <a:ext cx="499801" cy="478107"/>
          </a:xfrm>
          <a:prstGeom prst="straightConnector1">
            <a:avLst/>
          </a:prstGeom>
          <a:ln w="28575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B77BEE83-385B-B210-BC06-D6EF02029979}"/>
              </a:ext>
            </a:extLst>
          </p:cNvPr>
          <p:cNvSpPr/>
          <p:nvPr/>
        </p:nvSpPr>
        <p:spPr>
          <a:xfrm>
            <a:off x="6256127" y="5425916"/>
            <a:ext cx="1495474" cy="4144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18" name="TextBox 16">
            <a:extLst>
              <a:ext uri="{FF2B5EF4-FFF2-40B4-BE49-F238E27FC236}">
                <a16:creationId xmlns:a16="http://schemas.microsoft.com/office/drawing/2014/main" id="{7FAB53DB-1414-540F-69F1-62B3A0AC4360}"/>
              </a:ext>
            </a:extLst>
          </p:cNvPr>
          <p:cNvSpPr txBox="1"/>
          <p:nvPr/>
        </p:nvSpPr>
        <p:spPr>
          <a:xfrm>
            <a:off x="2652719" y="5309991"/>
            <a:ext cx="28780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设计顶层文件选择“</a:t>
            </a:r>
            <a:r>
              <a:rPr lang="en-US" altLang="zh-CN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Schematic</a:t>
            </a:r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”原理图</a:t>
            </a:r>
            <a:endParaRPr lang="en-US" altLang="zh-CN" dirty="0">
              <a:solidFill>
                <a:srgbClr val="FF0000"/>
              </a:solidFill>
              <a:latin typeface="Times New Roman" pitchFamily="18" charset="0"/>
              <a:ea typeface="黑体" pitchFamily="49" charset="-122"/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C4765659-C59B-CD74-B505-A0C1337EC290}"/>
              </a:ext>
            </a:extLst>
          </p:cNvPr>
          <p:cNvCxnSpPr>
            <a:cxnSpLocks/>
          </p:cNvCxnSpPr>
          <p:nvPr/>
        </p:nvCxnSpPr>
        <p:spPr>
          <a:xfrm>
            <a:off x="5087888" y="5633156"/>
            <a:ext cx="1168239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2" grpId="0" animBg="1"/>
      <p:bldP spid="13" grpId="0"/>
      <p:bldP spid="15" grpId="0" animBg="1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0B97C-2CF7-857F-B8EF-9168E3BEF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灯片编号占位符 83">
            <a:extLst>
              <a:ext uri="{FF2B5EF4-FFF2-40B4-BE49-F238E27FC236}">
                <a16:creationId xmlns:a16="http://schemas.microsoft.com/office/drawing/2014/main" id="{CF1BB09E-B5D1-15F7-357D-DF734CDA8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0C913308-F349-4B6D-A68A-DD1791B4A57B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56" name="页脚占位符 55">
            <a:extLst>
              <a:ext uri="{FF2B5EF4-FFF2-40B4-BE49-F238E27FC236}">
                <a16:creationId xmlns:a16="http://schemas.microsoft.com/office/drawing/2014/main" id="{ED5FFCD0-5F57-7461-E0DB-3EE88D154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zh-CN" altLang="en-US"/>
              <a:t>南京邮电大学</a:t>
            </a:r>
            <a:r>
              <a:rPr lang="en-US" altLang="zh-CN"/>
              <a:t>-</a:t>
            </a:r>
            <a:r>
              <a:rPr lang="zh-CN" altLang="en-US"/>
              <a:t>电工电子实验教学中心</a:t>
            </a:r>
          </a:p>
        </p:txBody>
      </p:sp>
      <p:sp>
        <p:nvSpPr>
          <p:cNvPr id="17" name="标题 16">
            <a:extLst>
              <a:ext uri="{FF2B5EF4-FFF2-40B4-BE49-F238E27FC236}">
                <a16:creationId xmlns:a16="http://schemas.microsoft.com/office/drawing/2014/main" id="{4B53B367-032C-A8EF-42EF-2C79858B52E7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一、新建工程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89ACD2C8-EAD8-E630-0186-95B14F4424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9616" y="1772816"/>
            <a:ext cx="5007074" cy="4511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0C725924-EFD2-82B4-E90D-537543039F85}"/>
              </a:ext>
            </a:extLst>
          </p:cNvPr>
          <p:cNvSpPr/>
          <p:nvPr/>
        </p:nvSpPr>
        <p:spPr>
          <a:xfrm>
            <a:off x="4583832" y="3140968"/>
            <a:ext cx="2880320" cy="6480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CC13D282-9E3C-D0FC-BA0C-6F171C177C9E}"/>
              </a:ext>
            </a:extLst>
          </p:cNvPr>
          <p:cNvSpPr txBox="1"/>
          <p:nvPr/>
        </p:nvSpPr>
        <p:spPr>
          <a:xfrm>
            <a:off x="8257667" y="2664815"/>
            <a:ext cx="230140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选择开发板型号：</a:t>
            </a:r>
            <a:endParaRPr lang="en-US" altLang="zh-CN" dirty="0">
              <a:solidFill>
                <a:srgbClr val="FF0000"/>
              </a:solidFill>
              <a:latin typeface="Times New Roman" pitchFamily="18" charset="0"/>
              <a:ea typeface="黑体" pitchFamily="49" charset="-122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XC3S50AN</a:t>
            </a:r>
          </a:p>
          <a:p>
            <a:endParaRPr lang="en-US" altLang="zh-CN" dirty="0">
              <a:solidFill>
                <a:srgbClr val="FF0000"/>
              </a:solidFill>
              <a:latin typeface="Times New Roman" pitchFamily="18" charset="0"/>
              <a:ea typeface="黑体" pitchFamily="49" charset="-122"/>
            </a:endParaRPr>
          </a:p>
          <a:p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封装</a:t>
            </a:r>
            <a:r>
              <a:rPr lang="en-US" altLang="zh-CN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Package</a:t>
            </a:r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类型：</a:t>
            </a:r>
            <a:endParaRPr lang="en-US" altLang="zh-CN" dirty="0">
              <a:solidFill>
                <a:srgbClr val="FF0000"/>
              </a:solidFill>
              <a:latin typeface="Times New Roman" pitchFamily="18" charset="0"/>
              <a:ea typeface="黑体" pitchFamily="49" charset="-122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144</a:t>
            </a:r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管脚</a:t>
            </a:r>
            <a:endParaRPr lang="en-US" altLang="zh-CN" dirty="0">
              <a:solidFill>
                <a:srgbClr val="FF0000"/>
              </a:solidFill>
              <a:latin typeface="Times New Roman" pitchFamily="18" charset="0"/>
              <a:ea typeface="黑体" pitchFamily="49" charset="-122"/>
            </a:endParaRPr>
          </a:p>
          <a:p>
            <a:endParaRPr lang="en-US" altLang="zh-CN" dirty="0">
              <a:solidFill>
                <a:srgbClr val="FF0000"/>
              </a:solidFill>
              <a:latin typeface="Times New Roman" pitchFamily="18" charset="0"/>
              <a:ea typeface="黑体" pitchFamily="49" charset="-122"/>
            </a:endParaRPr>
          </a:p>
          <a:p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其余选项如图所示</a:t>
            </a:r>
            <a:endParaRPr lang="en-US" altLang="zh-CN" dirty="0">
              <a:solidFill>
                <a:srgbClr val="FF0000"/>
              </a:solidFill>
              <a:latin typeface="Times New Roman" pitchFamily="18" charset="0"/>
              <a:ea typeface="黑体" pitchFamily="49" charset="-122"/>
            </a:endParaRP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DE8CA0F0-988F-F3A6-4835-2EF98C8E3ACC}"/>
              </a:ext>
            </a:extLst>
          </p:cNvPr>
          <p:cNvCxnSpPr>
            <a:cxnSpLocks/>
            <a:stCxn id="4" idx="1"/>
          </p:cNvCxnSpPr>
          <p:nvPr/>
        </p:nvCxnSpPr>
        <p:spPr>
          <a:xfrm flipH="1" flipV="1">
            <a:off x="7464152" y="3501008"/>
            <a:ext cx="793515" cy="17947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136339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EF07D-1B8D-351D-8127-8CD5296DD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灯片编号占位符 83">
            <a:extLst>
              <a:ext uri="{FF2B5EF4-FFF2-40B4-BE49-F238E27FC236}">
                <a16:creationId xmlns:a16="http://schemas.microsoft.com/office/drawing/2014/main" id="{4B758D5A-3D32-0241-6E9B-107F72F41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0C913308-F349-4B6D-A68A-DD1791B4A57B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56" name="页脚占位符 55">
            <a:extLst>
              <a:ext uri="{FF2B5EF4-FFF2-40B4-BE49-F238E27FC236}">
                <a16:creationId xmlns:a16="http://schemas.microsoft.com/office/drawing/2014/main" id="{D8DFAFA4-4F0C-8DC7-1993-D5DE90813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zh-CN" altLang="en-US"/>
              <a:t>南京邮电大学</a:t>
            </a:r>
            <a:r>
              <a:rPr lang="en-US" altLang="zh-CN"/>
              <a:t>-</a:t>
            </a:r>
            <a:r>
              <a:rPr lang="zh-CN" altLang="en-US"/>
              <a:t>电工电子实验教学中心</a:t>
            </a:r>
          </a:p>
        </p:txBody>
      </p:sp>
      <p:sp>
        <p:nvSpPr>
          <p:cNvPr id="17" name="标题 16">
            <a:extLst>
              <a:ext uri="{FF2B5EF4-FFF2-40B4-BE49-F238E27FC236}">
                <a16:creationId xmlns:a16="http://schemas.microsoft.com/office/drawing/2014/main" id="{792A540C-45E9-5585-6EAD-F00E01C38216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二、电路设计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35F29A38-EEFF-C8D6-4377-02289E557A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8601" y="1689772"/>
            <a:ext cx="6550574" cy="47202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0231819C-5E81-74D9-19C0-B0407580D4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2114" y="1689772"/>
            <a:ext cx="2952328" cy="47202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E57DE508-A2A8-F799-9E86-8F9050624E96}"/>
              </a:ext>
            </a:extLst>
          </p:cNvPr>
          <p:cNvSpPr/>
          <p:nvPr/>
        </p:nvSpPr>
        <p:spPr>
          <a:xfrm>
            <a:off x="2689309" y="3284984"/>
            <a:ext cx="1716706" cy="8134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24F43D47-E49A-19C7-761D-E1EE88CF888C}"/>
              </a:ext>
            </a:extLst>
          </p:cNvPr>
          <p:cNvSpPr txBox="1"/>
          <p:nvPr/>
        </p:nvSpPr>
        <p:spPr>
          <a:xfrm>
            <a:off x="442825" y="4536720"/>
            <a:ext cx="18686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右击空白处，新建原理图源文件</a:t>
            </a:r>
            <a:endParaRPr lang="en-US" altLang="zh-CN" dirty="0">
              <a:solidFill>
                <a:srgbClr val="FF0000"/>
              </a:solidFill>
              <a:latin typeface="Times New Roman" pitchFamily="18" charset="0"/>
              <a:ea typeface="黑体" pitchFamily="49" charset="-122"/>
            </a:endParaRP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5E490291-C2BE-E35D-534B-098C3C2ECCF5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2311428" y="4098466"/>
            <a:ext cx="1132792" cy="76142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93B21789-ADED-CA39-2113-72589F0AE473}"/>
              </a:ext>
            </a:extLst>
          </p:cNvPr>
          <p:cNvSpPr/>
          <p:nvPr/>
        </p:nvSpPr>
        <p:spPr>
          <a:xfrm>
            <a:off x="2689309" y="2472740"/>
            <a:ext cx="1241479" cy="2091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BBA39A2-FE4C-3057-9C3D-49CB986DD29F}"/>
              </a:ext>
            </a:extLst>
          </p:cNvPr>
          <p:cNvSpPr/>
          <p:nvPr/>
        </p:nvSpPr>
        <p:spPr>
          <a:xfrm>
            <a:off x="8455569" y="3671436"/>
            <a:ext cx="3149587" cy="512777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FEA6824-4A5B-A6ED-7696-6FCDB13457E3}"/>
              </a:ext>
            </a:extLst>
          </p:cNvPr>
          <p:cNvSpPr txBox="1"/>
          <p:nvPr/>
        </p:nvSpPr>
        <p:spPr>
          <a:xfrm>
            <a:off x="8400256" y="1386762"/>
            <a:ext cx="2952328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B0F0"/>
                </a:solidFill>
                <a:latin typeface="Times New Roman" pitchFamily="18" charset="0"/>
                <a:ea typeface="黑体" pitchFamily="49" charset="-122"/>
              </a:rPr>
              <a:t>选择</a:t>
            </a:r>
            <a:r>
              <a:rPr lang="en-US" altLang="zh-CN" dirty="0">
                <a:solidFill>
                  <a:srgbClr val="00B0F0"/>
                </a:solidFill>
                <a:latin typeface="Times New Roman" pitchFamily="18" charset="0"/>
                <a:ea typeface="黑体" pitchFamily="49" charset="-122"/>
              </a:rPr>
              <a:t>Schematic</a:t>
            </a:r>
            <a:r>
              <a:rPr lang="zh-CN" altLang="en-US" dirty="0">
                <a:solidFill>
                  <a:srgbClr val="00B0F0"/>
                </a:solidFill>
                <a:latin typeface="Times New Roman" pitchFamily="18" charset="0"/>
                <a:ea typeface="黑体" pitchFamily="49" charset="-122"/>
              </a:rPr>
              <a:t>，全英文文件名，不能以数字开头</a:t>
            </a:r>
            <a:endParaRPr lang="en-US" altLang="zh-CN" dirty="0">
              <a:solidFill>
                <a:srgbClr val="00B0F0"/>
              </a:solidFill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01F11E5-4026-CBEA-42BA-BC1711E3B6FE}"/>
              </a:ext>
            </a:extLst>
          </p:cNvPr>
          <p:cNvSpPr/>
          <p:nvPr/>
        </p:nvSpPr>
        <p:spPr>
          <a:xfrm>
            <a:off x="8400256" y="5589240"/>
            <a:ext cx="1495474" cy="346037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013F75E-EFA2-4438-582D-339A7BBB6F0C}"/>
              </a:ext>
            </a:extLst>
          </p:cNvPr>
          <p:cNvSpPr/>
          <p:nvPr/>
        </p:nvSpPr>
        <p:spPr>
          <a:xfrm>
            <a:off x="5375920" y="3671436"/>
            <a:ext cx="2566640" cy="200836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itchFamily="18" charset="0"/>
              <a:ea typeface="黑体" pitchFamily="49" charset="-122"/>
            </a:endParaRP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011B8B17-4EBD-3EF1-38C0-75700136D6AD}"/>
              </a:ext>
            </a:extLst>
          </p:cNvPr>
          <p:cNvCxnSpPr>
            <a:cxnSpLocks/>
          </p:cNvCxnSpPr>
          <p:nvPr/>
        </p:nvCxnSpPr>
        <p:spPr>
          <a:xfrm flipH="1">
            <a:off x="9264352" y="2060848"/>
            <a:ext cx="794048" cy="1610588"/>
          </a:xfrm>
          <a:prstGeom prst="straightConnector1">
            <a:avLst/>
          </a:prstGeom>
          <a:ln w="28575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129662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5" dur="2000" fill="hold"/>
                                        <p:tgtEl>
                                          <p:spTgt spid="1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1" grpId="0" animBg="1"/>
      <p:bldP spid="12" grpId="0" animBg="1"/>
      <p:bldP spid="13" grpId="0"/>
      <p:bldP spid="14" grpId="0" animBg="1"/>
      <p:bldP spid="14" grpId="1" animBg="1"/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FA6C1-CD0A-E7D3-6089-D81A2CF96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灯片编号占位符 83">
            <a:extLst>
              <a:ext uri="{FF2B5EF4-FFF2-40B4-BE49-F238E27FC236}">
                <a16:creationId xmlns:a16="http://schemas.microsoft.com/office/drawing/2014/main" id="{5696C916-9FB7-7243-66EC-51A088C7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0C913308-F349-4B6D-A68A-DD1791B4A57B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56" name="页脚占位符 55">
            <a:extLst>
              <a:ext uri="{FF2B5EF4-FFF2-40B4-BE49-F238E27FC236}">
                <a16:creationId xmlns:a16="http://schemas.microsoft.com/office/drawing/2014/main" id="{56B40ED0-698B-FF95-4DFB-4AE247C5F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zh-CN" altLang="en-US"/>
              <a:t>南京邮电大学</a:t>
            </a:r>
            <a:r>
              <a:rPr lang="en-US" altLang="zh-CN"/>
              <a:t>-</a:t>
            </a:r>
            <a:r>
              <a:rPr lang="zh-CN" altLang="en-US"/>
              <a:t>电工电子实验教学中心</a:t>
            </a:r>
          </a:p>
        </p:txBody>
      </p:sp>
      <p:sp>
        <p:nvSpPr>
          <p:cNvPr id="17" name="标题 16">
            <a:extLst>
              <a:ext uri="{FF2B5EF4-FFF2-40B4-BE49-F238E27FC236}">
                <a16:creationId xmlns:a16="http://schemas.microsoft.com/office/drawing/2014/main" id="{EBEFF86B-791A-EC0B-9CA0-F3554D39AF63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二、电路设计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7570C678-4084-6A9F-731D-A3BF4E31D8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7808" y="620688"/>
            <a:ext cx="3763545" cy="60282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4">
            <a:extLst>
              <a:ext uri="{FF2B5EF4-FFF2-40B4-BE49-F238E27FC236}">
                <a16:creationId xmlns:a16="http://schemas.microsoft.com/office/drawing/2014/main" id="{8AD7DB1C-8B4A-2591-9557-75238084DFEF}"/>
              </a:ext>
            </a:extLst>
          </p:cNvPr>
          <p:cNvSpPr txBox="1"/>
          <p:nvPr/>
        </p:nvSpPr>
        <p:spPr>
          <a:xfrm>
            <a:off x="8472264" y="2944375"/>
            <a:ext cx="28780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点击</a:t>
            </a:r>
            <a:r>
              <a:rPr lang="en-US" altLang="zh-CN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Add Symbol</a:t>
            </a:r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，可在器件列表中选择需要的器件。</a:t>
            </a:r>
            <a:endParaRPr lang="en-US" altLang="zh-CN" dirty="0">
              <a:solidFill>
                <a:srgbClr val="FF0000"/>
              </a:solidFill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23AD222-67E8-3D63-74AA-539C93720ED4}"/>
              </a:ext>
            </a:extLst>
          </p:cNvPr>
          <p:cNvSpPr/>
          <p:nvPr/>
        </p:nvSpPr>
        <p:spPr>
          <a:xfrm>
            <a:off x="7176120" y="1916832"/>
            <a:ext cx="632595" cy="4144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A837A20-D6AA-7E2D-EF62-3EEBD059E615}"/>
              </a:ext>
            </a:extLst>
          </p:cNvPr>
          <p:cNvSpPr/>
          <p:nvPr/>
        </p:nvSpPr>
        <p:spPr>
          <a:xfrm>
            <a:off x="4395291" y="836712"/>
            <a:ext cx="2780828" cy="56886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C09DA5A-5546-CA1D-14D5-CDD961872C85}"/>
              </a:ext>
            </a:extLst>
          </p:cNvPr>
          <p:cNvSpPr/>
          <p:nvPr/>
        </p:nvSpPr>
        <p:spPr>
          <a:xfrm>
            <a:off x="4460502" y="4273666"/>
            <a:ext cx="1495474" cy="24917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19" name="TextBox 8">
            <a:extLst>
              <a:ext uri="{FF2B5EF4-FFF2-40B4-BE49-F238E27FC236}">
                <a16:creationId xmlns:a16="http://schemas.microsoft.com/office/drawing/2014/main" id="{694C5AE2-BB90-A0E8-FD88-CD1DCBCC0EEF}"/>
              </a:ext>
            </a:extLst>
          </p:cNvPr>
          <p:cNvSpPr txBox="1"/>
          <p:nvPr/>
        </p:nvSpPr>
        <p:spPr>
          <a:xfrm>
            <a:off x="1559496" y="3350336"/>
            <a:ext cx="2664296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B0F0"/>
                </a:solidFill>
                <a:latin typeface="Times New Roman" pitchFamily="18" charset="0"/>
                <a:ea typeface="黑体" pitchFamily="49" charset="-122"/>
              </a:rPr>
              <a:t>以逻辑“与”电路为例，</a:t>
            </a:r>
            <a:endParaRPr lang="en-US" altLang="zh-CN" dirty="0">
              <a:solidFill>
                <a:srgbClr val="00B0F0"/>
              </a:solidFill>
              <a:latin typeface="Times New Roman" pitchFamily="18" charset="0"/>
              <a:ea typeface="黑体" pitchFamily="49" charset="-122"/>
            </a:endParaRPr>
          </a:p>
          <a:p>
            <a:r>
              <a:rPr lang="zh-CN" altLang="en-US" dirty="0">
                <a:solidFill>
                  <a:srgbClr val="00B0F0"/>
                </a:solidFill>
                <a:latin typeface="Times New Roman" pitchFamily="18" charset="0"/>
                <a:ea typeface="黑体" pitchFamily="49" charset="-122"/>
              </a:rPr>
              <a:t>在 </a:t>
            </a:r>
            <a:r>
              <a:rPr lang="en-US" altLang="zh-CN" dirty="0">
                <a:solidFill>
                  <a:srgbClr val="00B0F0"/>
                </a:solidFill>
                <a:latin typeface="Times New Roman" pitchFamily="18" charset="0"/>
                <a:ea typeface="黑体" pitchFamily="49" charset="-122"/>
              </a:rPr>
              <a:t>Logic </a:t>
            </a:r>
            <a:r>
              <a:rPr lang="en-US" altLang="zh-CN" dirty="0">
                <a:solidFill>
                  <a:srgbClr val="00B0F0"/>
                </a:solidFill>
                <a:latin typeface="Times New Roman" pitchFamily="18" charset="0"/>
                <a:ea typeface="黑体" pitchFamily="49" charset="-122"/>
                <a:sym typeface="Wingdings" pitchFamily="2" charset="2"/>
              </a:rPr>
              <a:t> and2,</a:t>
            </a:r>
          </a:p>
          <a:p>
            <a:r>
              <a:rPr lang="zh-CN" altLang="en-US" dirty="0">
                <a:solidFill>
                  <a:srgbClr val="00B0F0"/>
                </a:solidFill>
                <a:latin typeface="Times New Roman" pitchFamily="18" charset="0"/>
                <a:ea typeface="黑体" pitchFamily="49" charset="-122"/>
                <a:sym typeface="Wingdings" pitchFamily="2" charset="2"/>
              </a:rPr>
              <a:t>选择</a:t>
            </a:r>
            <a:r>
              <a:rPr lang="en-US" altLang="zh-CN" dirty="0">
                <a:solidFill>
                  <a:srgbClr val="00B0F0"/>
                </a:solidFill>
                <a:latin typeface="Times New Roman" pitchFamily="18" charset="0"/>
                <a:ea typeface="黑体" pitchFamily="49" charset="-122"/>
                <a:sym typeface="Wingdings" pitchFamily="2" charset="2"/>
              </a:rPr>
              <a:t>2</a:t>
            </a:r>
            <a:r>
              <a:rPr lang="zh-CN" altLang="en-US" dirty="0">
                <a:solidFill>
                  <a:srgbClr val="00B0F0"/>
                </a:solidFill>
                <a:latin typeface="Times New Roman" pitchFamily="18" charset="0"/>
                <a:ea typeface="黑体" pitchFamily="49" charset="-122"/>
                <a:sym typeface="Wingdings" pitchFamily="2" charset="2"/>
              </a:rPr>
              <a:t>端口与门</a:t>
            </a:r>
            <a:endParaRPr lang="en-US" altLang="zh-CN" dirty="0">
              <a:solidFill>
                <a:srgbClr val="00B0F0"/>
              </a:solidFill>
              <a:latin typeface="Times New Roman" pitchFamily="18" charset="0"/>
              <a:ea typeface="黑体" pitchFamily="49" charset="-122"/>
              <a:sym typeface="Wingdings" pitchFamily="2" charset="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290316B-140B-9D71-F39F-6E6FA7CAE396}"/>
              </a:ext>
            </a:extLst>
          </p:cNvPr>
          <p:cNvSpPr/>
          <p:nvPr/>
        </p:nvSpPr>
        <p:spPr>
          <a:xfrm>
            <a:off x="4471429" y="2819790"/>
            <a:ext cx="1495474" cy="24917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itchFamily="18" charset="0"/>
              <a:ea typeface="黑体" pitchFamily="49" charset="-122"/>
            </a:endParaRP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8A7CA6C0-E673-42F5-7501-50BE015D5B4B}"/>
              </a:ext>
            </a:extLst>
          </p:cNvPr>
          <p:cNvCxnSpPr>
            <a:cxnSpLocks/>
          </p:cNvCxnSpPr>
          <p:nvPr/>
        </p:nvCxnSpPr>
        <p:spPr>
          <a:xfrm flipH="1" flipV="1">
            <a:off x="7735339" y="2331314"/>
            <a:ext cx="540030" cy="95367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76F2A2BA-587D-035D-B57E-DAACE92F11FF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3836071" y="3961925"/>
            <a:ext cx="624431" cy="436326"/>
          </a:xfrm>
          <a:prstGeom prst="straightConnector1">
            <a:avLst/>
          </a:prstGeom>
          <a:ln w="28575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821895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 animBg="1"/>
      <p:bldP spid="18" grpId="0" animBg="1"/>
      <p:bldP spid="19" grpId="0"/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B1500-65CA-3695-A635-38859B2CD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灯片编号占位符 83">
            <a:extLst>
              <a:ext uri="{FF2B5EF4-FFF2-40B4-BE49-F238E27FC236}">
                <a16:creationId xmlns:a16="http://schemas.microsoft.com/office/drawing/2014/main" id="{99C21A11-B25A-5FE2-D481-68BE12B9B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0C913308-F349-4B6D-A68A-DD1791B4A57B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56" name="页脚占位符 55">
            <a:extLst>
              <a:ext uri="{FF2B5EF4-FFF2-40B4-BE49-F238E27FC236}">
                <a16:creationId xmlns:a16="http://schemas.microsoft.com/office/drawing/2014/main" id="{C9E370A4-B4DF-A5AF-1581-DED9FF4F9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zh-CN" altLang="en-US"/>
              <a:t>南京邮电大学</a:t>
            </a:r>
            <a:r>
              <a:rPr lang="en-US" altLang="zh-CN"/>
              <a:t>-</a:t>
            </a:r>
            <a:r>
              <a:rPr lang="zh-CN" altLang="en-US"/>
              <a:t>电工电子实验教学中心</a:t>
            </a:r>
          </a:p>
        </p:txBody>
      </p:sp>
      <p:sp>
        <p:nvSpPr>
          <p:cNvPr id="17" name="标题 16">
            <a:extLst>
              <a:ext uri="{FF2B5EF4-FFF2-40B4-BE49-F238E27FC236}">
                <a16:creationId xmlns:a16="http://schemas.microsoft.com/office/drawing/2014/main" id="{7F85994D-A201-1DFA-3708-F8CE7084F3F9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二、电路设计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F0D06D41-16F2-D782-6144-74B99720B6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528" y="2021257"/>
            <a:ext cx="4391025" cy="3562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4">
            <a:extLst>
              <a:ext uri="{FF2B5EF4-FFF2-40B4-BE49-F238E27FC236}">
                <a16:creationId xmlns:a16="http://schemas.microsoft.com/office/drawing/2014/main" id="{BAD4B7C0-1062-8941-B564-FE4B9DCE0792}"/>
              </a:ext>
            </a:extLst>
          </p:cNvPr>
          <p:cNvSpPr txBox="1"/>
          <p:nvPr/>
        </p:nvSpPr>
        <p:spPr>
          <a:xfrm>
            <a:off x="7466410" y="2024870"/>
            <a:ext cx="287806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点击</a:t>
            </a:r>
            <a:r>
              <a:rPr lang="en-US" altLang="zh-CN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Add I/O Marker</a:t>
            </a:r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，选择端口类型，当前为“</a:t>
            </a:r>
            <a:r>
              <a:rPr lang="en-US" altLang="zh-CN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auto</a:t>
            </a:r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”自动识别输入输出端口。</a:t>
            </a:r>
            <a:endParaRPr lang="en-US" altLang="zh-CN" dirty="0">
              <a:solidFill>
                <a:srgbClr val="FF0000"/>
              </a:solidFill>
              <a:latin typeface="Times New Roman" pitchFamily="18" charset="0"/>
              <a:ea typeface="黑体" pitchFamily="49" charset="-122"/>
            </a:endParaRPr>
          </a:p>
          <a:p>
            <a:endParaRPr lang="en-US" altLang="zh-CN" dirty="0">
              <a:solidFill>
                <a:srgbClr val="FF0000"/>
              </a:solidFill>
              <a:latin typeface="Times New Roman" pitchFamily="18" charset="0"/>
              <a:ea typeface="黑体" pitchFamily="49" charset="-122"/>
            </a:endParaRPr>
          </a:p>
          <a:p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在原理图中框选端口。</a:t>
            </a:r>
            <a:endParaRPr lang="en-US" altLang="zh-CN" dirty="0">
              <a:solidFill>
                <a:srgbClr val="FF0000"/>
              </a:solidFill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26CD5CF-5312-2C2D-4409-6D8676157D6C}"/>
              </a:ext>
            </a:extLst>
          </p:cNvPr>
          <p:cNvSpPr/>
          <p:nvPr/>
        </p:nvSpPr>
        <p:spPr>
          <a:xfrm>
            <a:off x="4908266" y="3252231"/>
            <a:ext cx="632595" cy="4144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6A80116-6D4D-CC69-FFDA-45E57420C440}"/>
              </a:ext>
            </a:extLst>
          </p:cNvPr>
          <p:cNvSpPr/>
          <p:nvPr/>
        </p:nvSpPr>
        <p:spPr>
          <a:xfrm>
            <a:off x="1861591" y="2199231"/>
            <a:ext cx="2902658" cy="33843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itchFamily="18" charset="0"/>
              <a:ea typeface="黑体" pitchFamily="49" charset="-122"/>
            </a:endParaRP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8111DBE0-B5FA-3DDA-C1D6-686D6ACF93E0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5540861" y="2763534"/>
            <a:ext cx="1925549" cy="738664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19723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4F41F-8B53-CF11-CD9E-C15CED360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灯片编号占位符 83">
            <a:extLst>
              <a:ext uri="{FF2B5EF4-FFF2-40B4-BE49-F238E27FC236}">
                <a16:creationId xmlns:a16="http://schemas.microsoft.com/office/drawing/2014/main" id="{8A1AC821-3DF7-D3E8-4712-F6828646D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0C913308-F349-4B6D-A68A-DD1791B4A57B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56" name="页脚占位符 55">
            <a:extLst>
              <a:ext uri="{FF2B5EF4-FFF2-40B4-BE49-F238E27FC236}">
                <a16:creationId xmlns:a16="http://schemas.microsoft.com/office/drawing/2014/main" id="{8D518DDF-5E2F-435D-D4B0-A916E3F31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zh-CN" altLang="en-US"/>
              <a:t>南京邮电大学</a:t>
            </a:r>
            <a:r>
              <a:rPr lang="en-US" altLang="zh-CN"/>
              <a:t>-</a:t>
            </a:r>
            <a:r>
              <a:rPr lang="zh-CN" altLang="en-US"/>
              <a:t>电工电子实验教学中心</a:t>
            </a:r>
          </a:p>
        </p:txBody>
      </p:sp>
      <p:sp>
        <p:nvSpPr>
          <p:cNvPr id="17" name="标题 16">
            <a:extLst>
              <a:ext uri="{FF2B5EF4-FFF2-40B4-BE49-F238E27FC236}">
                <a16:creationId xmlns:a16="http://schemas.microsoft.com/office/drawing/2014/main" id="{EBD41E33-E66F-AF46-B8AB-AEA19A20B68C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二、电路设计</a:t>
            </a: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D4B8AFA8-A44E-3CC4-1C1D-B8DE0B27F3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7648" y="1555105"/>
            <a:ext cx="6773863" cy="475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4">
            <a:extLst>
              <a:ext uri="{FF2B5EF4-FFF2-40B4-BE49-F238E27FC236}">
                <a16:creationId xmlns:a16="http://schemas.microsoft.com/office/drawing/2014/main" id="{A7E0A8D7-822B-216D-E008-9D60131A9B28}"/>
              </a:ext>
            </a:extLst>
          </p:cNvPr>
          <p:cNvSpPr txBox="1"/>
          <p:nvPr/>
        </p:nvSpPr>
        <p:spPr>
          <a:xfrm>
            <a:off x="5108475" y="4402502"/>
            <a:ext cx="28780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双击端口，修改端口名称，确认端口类别。</a:t>
            </a:r>
            <a:endParaRPr lang="en-US" altLang="zh-CN" dirty="0">
              <a:solidFill>
                <a:srgbClr val="FF0000"/>
              </a:solidFill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C611DCC-6A3C-A4CD-7D07-6309DAD757B0}"/>
              </a:ext>
            </a:extLst>
          </p:cNvPr>
          <p:cNvSpPr/>
          <p:nvPr/>
        </p:nvSpPr>
        <p:spPr>
          <a:xfrm>
            <a:off x="3280010" y="1457387"/>
            <a:ext cx="632595" cy="4144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itchFamily="18" charset="0"/>
              <a:ea typeface="黑体" pitchFamily="49" charset="-122"/>
            </a:endParaRP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BD712648-C819-57AF-DF58-92E07D5D5CE4}"/>
              </a:ext>
            </a:extLst>
          </p:cNvPr>
          <p:cNvCxnSpPr/>
          <p:nvPr/>
        </p:nvCxnSpPr>
        <p:spPr>
          <a:xfrm flipH="1" flipV="1">
            <a:off x="3740323" y="1871869"/>
            <a:ext cx="1584176" cy="2530632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6827392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48382-0BD9-913C-5D73-35D6A8DCC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灯片编号占位符 83">
            <a:extLst>
              <a:ext uri="{FF2B5EF4-FFF2-40B4-BE49-F238E27FC236}">
                <a16:creationId xmlns:a16="http://schemas.microsoft.com/office/drawing/2014/main" id="{136BAB50-CE12-2CFE-C5BA-25BD18979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0C913308-F349-4B6D-A68A-DD1791B4A57B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56" name="页脚占位符 55">
            <a:extLst>
              <a:ext uri="{FF2B5EF4-FFF2-40B4-BE49-F238E27FC236}">
                <a16:creationId xmlns:a16="http://schemas.microsoft.com/office/drawing/2014/main" id="{8D122AF4-4533-93C0-02DB-F3A468B03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zh-CN" altLang="en-US"/>
              <a:t>南京邮电大学</a:t>
            </a:r>
            <a:r>
              <a:rPr lang="en-US" altLang="zh-CN"/>
              <a:t>-</a:t>
            </a:r>
            <a:r>
              <a:rPr lang="zh-CN" altLang="en-US"/>
              <a:t>电工电子实验教学中心</a:t>
            </a:r>
          </a:p>
        </p:txBody>
      </p:sp>
      <p:sp>
        <p:nvSpPr>
          <p:cNvPr id="17" name="标题 16">
            <a:extLst>
              <a:ext uri="{FF2B5EF4-FFF2-40B4-BE49-F238E27FC236}">
                <a16:creationId xmlns:a16="http://schemas.microsoft.com/office/drawing/2014/main" id="{A2C169A2-6487-4BB9-02D3-CA1DF77EC2D1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二、电路设计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A780084C-D23A-BC2E-16DF-70D178219C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4113" y="476673"/>
            <a:ext cx="2712697" cy="6205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4">
            <a:extLst>
              <a:ext uri="{FF2B5EF4-FFF2-40B4-BE49-F238E27FC236}">
                <a16:creationId xmlns:a16="http://schemas.microsoft.com/office/drawing/2014/main" id="{A9C30AB5-DE48-DE36-B5A7-FCB71C1625B8}"/>
              </a:ext>
            </a:extLst>
          </p:cNvPr>
          <p:cNvSpPr txBox="1"/>
          <p:nvPr/>
        </p:nvSpPr>
        <p:spPr>
          <a:xfrm>
            <a:off x="3502054" y="3878722"/>
            <a:ext cx="23751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检查电路连接，无警告、错误提示。</a:t>
            </a:r>
            <a:endParaRPr lang="en-US" altLang="zh-CN" dirty="0">
              <a:solidFill>
                <a:srgbClr val="FF0000"/>
              </a:solidFill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82684DC-7FC0-230C-8C0C-DDC8483FD0AF}"/>
              </a:ext>
            </a:extLst>
          </p:cNvPr>
          <p:cNvSpPr/>
          <p:nvPr/>
        </p:nvSpPr>
        <p:spPr>
          <a:xfrm>
            <a:off x="7128272" y="5421655"/>
            <a:ext cx="2424112" cy="5492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itchFamily="18" charset="0"/>
              <a:ea typeface="黑体" pitchFamily="49" charset="-122"/>
            </a:endParaRPr>
          </a:p>
        </p:txBody>
      </p:sp>
      <p:pic>
        <p:nvPicPr>
          <p:cNvPr id="9" name="Picture 3">
            <a:extLst>
              <a:ext uri="{FF2B5EF4-FFF2-40B4-BE49-F238E27FC236}">
                <a16:creationId xmlns:a16="http://schemas.microsoft.com/office/drawing/2014/main" id="{B2A5CB40-4C74-FF3F-3727-95B9D55E93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3163" y="5056733"/>
            <a:ext cx="4419600" cy="1285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79939761-DA76-767C-9942-318DC02E78D5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5877189" y="4201888"/>
            <a:ext cx="1251083" cy="149437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011465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DC99C-B917-10E6-5A5D-615D3CF9B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灯片编号占位符 83">
            <a:extLst>
              <a:ext uri="{FF2B5EF4-FFF2-40B4-BE49-F238E27FC236}">
                <a16:creationId xmlns:a16="http://schemas.microsoft.com/office/drawing/2014/main" id="{76F34D88-23B1-37F9-95DE-C42B80F2D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0C913308-F349-4B6D-A68A-DD1791B4A57B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56" name="页脚占位符 55">
            <a:extLst>
              <a:ext uri="{FF2B5EF4-FFF2-40B4-BE49-F238E27FC236}">
                <a16:creationId xmlns:a16="http://schemas.microsoft.com/office/drawing/2014/main" id="{F499553C-82EF-6968-D354-BABE5FE6F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zh-CN" altLang="en-US"/>
              <a:t>南京邮电大学</a:t>
            </a:r>
            <a:r>
              <a:rPr lang="en-US" altLang="zh-CN"/>
              <a:t>-</a:t>
            </a:r>
            <a:r>
              <a:rPr lang="zh-CN" altLang="en-US"/>
              <a:t>电工电子实验教学中心</a:t>
            </a:r>
          </a:p>
        </p:txBody>
      </p:sp>
      <p:sp>
        <p:nvSpPr>
          <p:cNvPr id="17" name="标题 16">
            <a:extLst>
              <a:ext uri="{FF2B5EF4-FFF2-40B4-BE49-F238E27FC236}">
                <a16:creationId xmlns:a16="http://schemas.microsoft.com/office/drawing/2014/main" id="{6FAC7C43-96DF-3E63-AC28-1A14A48D0A26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三、电路动态仿真</a:t>
            </a: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76780D3E-5434-27BC-DC96-47A80424E6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4072" y="691097"/>
            <a:ext cx="4032325" cy="5778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9ACC8BA2-4350-55B8-7113-D573EC4ED773}"/>
              </a:ext>
            </a:extLst>
          </p:cNvPr>
          <p:cNvSpPr/>
          <p:nvPr/>
        </p:nvSpPr>
        <p:spPr>
          <a:xfrm>
            <a:off x="7464151" y="1718373"/>
            <a:ext cx="1495474" cy="2704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5B2AC52-8676-ACF8-51C0-399B200C5C7A}"/>
              </a:ext>
            </a:extLst>
          </p:cNvPr>
          <p:cNvSpPr/>
          <p:nvPr/>
        </p:nvSpPr>
        <p:spPr>
          <a:xfrm>
            <a:off x="6888088" y="827785"/>
            <a:ext cx="2664296" cy="4234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8F164DE-EE18-EC65-85E6-25F2AC381C63}"/>
              </a:ext>
            </a:extLst>
          </p:cNvPr>
          <p:cNvSpPr/>
          <p:nvPr/>
        </p:nvSpPr>
        <p:spPr>
          <a:xfrm>
            <a:off x="7464151" y="4958733"/>
            <a:ext cx="3170908" cy="6199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FA774CB9-D425-FB6F-621B-A5815893B862}"/>
              </a:ext>
            </a:extLst>
          </p:cNvPr>
          <p:cNvSpPr txBox="1"/>
          <p:nvPr/>
        </p:nvSpPr>
        <p:spPr>
          <a:xfrm>
            <a:off x="969517" y="2449601"/>
            <a:ext cx="496855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CN" altLang="en-US" sz="2000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点击“</a:t>
            </a:r>
            <a:r>
              <a:rPr lang="en-US" altLang="zh-CN" sz="2000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Simulation</a:t>
            </a:r>
            <a:r>
              <a:rPr lang="zh-CN" altLang="en-US" sz="2000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”，选择“</a:t>
            </a:r>
            <a:r>
              <a:rPr lang="en-US" altLang="zh-CN" sz="2000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Behavioral</a:t>
            </a:r>
            <a:r>
              <a:rPr lang="zh-CN" altLang="en-US" sz="2000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”</a:t>
            </a:r>
            <a:endParaRPr lang="en-US" altLang="zh-CN" sz="2000" dirty="0">
              <a:solidFill>
                <a:srgbClr val="FF0000"/>
              </a:solidFill>
              <a:latin typeface="Times New Roman" pitchFamily="18" charset="0"/>
              <a:ea typeface="黑体" pitchFamily="49" charset="-122"/>
            </a:endParaRPr>
          </a:p>
          <a:p>
            <a:pPr marL="342900" indent="-342900">
              <a:buFont typeface="+mj-lt"/>
              <a:buAutoNum type="arabicPeriod"/>
            </a:pPr>
            <a:endParaRPr lang="en-US" altLang="zh-CN" sz="2000" dirty="0">
              <a:solidFill>
                <a:srgbClr val="FF0000"/>
              </a:solidFill>
              <a:latin typeface="Times New Roman" pitchFamily="18" charset="0"/>
              <a:ea typeface="黑体" pitchFamily="49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2000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选择工程文件“</a:t>
            </a:r>
            <a:r>
              <a:rPr lang="en-US" altLang="zh-CN" sz="2000" dirty="0" err="1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andLogic.sch</a:t>
            </a:r>
            <a:r>
              <a:rPr lang="zh-CN" altLang="en-US" sz="2000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”</a:t>
            </a:r>
            <a:endParaRPr lang="en-US" altLang="zh-CN" sz="2000" dirty="0">
              <a:solidFill>
                <a:srgbClr val="FF0000"/>
              </a:solidFill>
              <a:latin typeface="Times New Roman" pitchFamily="18" charset="0"/>
              <a:ea typeface="黑体" pitchFamily="49" charset="-122"/>
            </a:endParaRPr>
          </a:p>
          <a:p>
            <a:pPr marL="342900" indent="-342900">
              <a:buFont typeface="+mj-lt"/>
              <a:buAutoNum type="arabicPeriod"/>
            </a:pPr>
            <a:endParaRPr lang="en-US" altLang="zh-CN" sz="2000" dirty="0">
              <a:solidFill>
                <a:srgbClr val="FF0000"/>
              </a:solidFill>
              <a:latin typeface="Times New Roman" pitchFamily="18" charset="0"/>
              <a:ea typeface="黑体" pitchFamily="49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2000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启动仿真工具</a:t>
            </a:r>
            <a:endParaRPr lang="en-US" altLang="zh-CN" sz="2000" dirty="0">
              <a:solidFill>
                <a:srgbClr val="FF0000"/>
              </a:solidFill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BA075D73-32EF-32BF-39D6-2636C82224E4}"/>
              </a:ext>
            </a:extLst>
          </p:cNvPr>
          <p:cNvSpPr txBox="1"/>
          <p:nvPr/>
        </p:nvSpPr>
        <p:spPr>
          <a:xfrm>
            <a:off x="6240016" y="764657"/>
            <a:ext cx="5040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1</a:t>
            </a: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FD1F27AA-F213-99F5-0750-FF9C96D6028E}"/>
              </a:ext>
            </a:extLst>
          </p:cNvPr>
          <p:cNvSpPr txBox="1"/>
          <p:nvPr/>
        </p:nvSpPr>
        <p:spPr>
          <a:xfrm>
            <a:off x="7032103" y="1591996"/>
            <a:ext cx="5040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2</a:t>
            </a:r>
          </a:p>
        </p:txBody>
      </p:sp>
      <p:sp>
        <p:nvSpPr>
          <p:cNvPr id="14" name="TextBox 11">
            <a:extLst>
              <a:ext uri="{FF2B5EF4-FFF2-40B4-BE49-F238E27FC236}">
                <a16:creationId xmlns:a16="http://schemas.microsoft.com/office/drawing/2014/main" id="{4D392F02-9C6D-CCB9-B67B-726B229D2EA6}"/>
              </a:ext>
            </a:extLst>
          </p:cNvPr>
          <p:cNvSpPr txBox="1"/>
          <p:nvPr/>
        </p:nvSpPr>
        <p:spPr>
          <a:xfrm>
            <a:off x="7032103" y="5145141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3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883450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44F94-3D79-443F-4293-15DE3AB78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灯片编号占位符 83">
            <a:extLst>
              <a:ext uri="{FF2B5EF4-FFF2-40B4-BE49-F238E27FC236}">
                <a16:creationId xmlns:a16="http://schemas.microsoft.com/office/drawing/2014/main" id="{41B72C0A-26D2-65BA-5B44-E445B1AA5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0C913308-F349-4B6D-A68A-DD1791B4A57B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56" name="页脚占位符 55">
            <a:extLst>
              <a:ext uri="{FF2B5EF4-FFF2-40B4-BE49-F238E27FC236}">
                <a16:creationId xmlns:a16="http://schemas.microsoft.com/office/drawing/2014/main" id="{4178695C-DC64-DA1C-14D1-FC1BF9E7C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zh-CN" altLang="en-US"/>
              <a:t>南京邮电大学</a:t>
            </a:r>
            <a:r>
              <a:rPr lang="en-US" altLang="zh-CN"/>
              <a:t>-</a:t>
            </a:r>
            <a:r>
              <a:rPr lang="zh-CN" altLang="en-US"/>
              <a:t>电工电子实验教学中心</a:t>
            </a:r>
          </a:p>
        </p:txBody>
      </p:sp>
      <p:sp>
        <p:nvSpPr>
          <p:cNvPr id="17" name="标题 16">
            <a:extLst>
              <a:ext uri="{FF2B5EF4-FFF2-40B4-BE49-F238E27FC236}">
                <a16:creationId xmlns:a16="http://schemas.microsoft.com/office/drawing/2014/main" id="{22FD8F23-AC08-5A5E-B072-4D4681D1C49C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三、电路动态仿真</a:t>
            </a:r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A0D3680E-D66D-7955-EA84-471062EF83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7174" y="3282625"/>
            <a:ext cx="2903934" cy="3209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B3A782B1-1BFA-07F0-9DC8-88E0B171A5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269" y="1693937"/>
            <a:ext cx="3095625" cy="4600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98086A25-7010-F195-44C9-951B630255EB}"/>
              </a:ext>
            </a:extLst>
          </p:cNvPr>
          <p:cNvSpPr/>
          <p:nvPr/>
        </p:nvSpPr>
        <p:spPr>
          <a:xfrm>
            <a:off x="5680624" y="4738640"/>
            <a:ext cx="2786102" cy="416193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B0F0"/>
              </a:solidFill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277CD8F-0B73-2FF2-6E3E-46D6CF61F5F9}"/>
              </a:ext>
            </a:extLst>
          </p:cNvPr>
          <p:cNvSpPr/>
          <p:nvPr/>
        </p:nvSpPr>
        <p:spPr>
          <a:xfrm>
            <a:off x="5683781" y="5615865"/>
            <a:ext cx="2808312" cy="416193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B0F0"/>
              </a:solidFill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E5B2FFC-39E5-CB91-7F00-B688F9B68D87}"/>
              </a:ext>
            </a:extLst>
          </p:cNvPr>
          <p:cNvSpPr/>
          <p:nvPr/>
        </p:nvSpPr>
        <p:spPr>
          <a:xfrm>
            <a:off x="1203340" y="5198967"/>
            <a:ext cx="2520280" cy="3099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15" name="TextBox 8">
            <a:extLst>
              <a:ext uri="{FF2B5EF4-FFF2-40B4-BE49-F238E27FC236}">
                <a16:creationId xmlns:a16="http://schemas.microsoft.com/office/drawing/2014/main" id="{246DD339-A038-DDE9-F699-6B4BCBBB9C7A}"/>
              </a:ext>
            </a:extLst>
          </p:cNvPr>
          <p:cNvSpPr txBox="1"/>
          <p:nvPr/>
        </p:nvSpPr>
        <p:spPr>
          <a:xfrm>
            <a:off x="3837706" y="2002944"/>
            <a:ext cx="19320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右击“</a:t>
            </a:r>
            <a:r>
              <a:rPr lang="en-US" altLang="zh-CN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a</a:t>
            </a:r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”，选择“</a:t>
            </a:r>
            <a:r>
              <a:rPr lang="en-US" altLang="zh-CN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Force Clock</a:t>
            </a:r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”设置时钟信号，进行动态测试</a:t>
            </a:r>
            <a:endParaRPr lang="en-US" altLang="zh-CN" dirty="0">
              <a:solidFill>
                <a:srgbClr val="FF0000"/>
              </a:solidFill>
              <a:latin typeface="Times New Roman" pitchFamily="18" charset="0"/>
              <a:ea typeface="黑体" pitchFamily="49" charset="-122"/>
            </a:endParaRPr>
          </a:p>
        </p:txBody>
      </p:sp>
      <p:pic>
        <p:nvPicPr>
          <p:cNvPr id="16" name="Picture 4">
            <a:extLst>
              <a:ext uri="{FF2B5EF4-FFF2-40B4-BE49-F238E27FC236}">
                <a16:creationId xmlns:a16="http://schemas.microsoft.com/office/drawing/2014/main" id="{4F7BFAB0-7479-186D-2D23-2F7324357A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2304" y="3282625"/>
            <a:ext cx="2942581" cy="32228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D2272FC2-45D5-A657-BFC0-11754426CC82}"/>
              </a:ext>
            </a:extLst>
          </p:cNvPr>
          <p:cNvSpPr/>
          <p:nvPr/>
        </p:nvSpPr>
        <p:spPr>
          <a:xfrm>
            <a:off x="8904311" y="4740839"/>
            <a:ext cx="2786102" cy="432048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8F1CA09-CDF0-E1EF-FBF4-51CB6A0598CD}"/>
              </a:ext>
            </a:extLst>
          </p:cNvPr>
          <p:cNvSpPr/>
          <p:nvPr/>
        </p:nvSpPr>
        <p:spPr>
          <a:xfrm>
            <a:off x="8877795" y="5618064"/>
            <a:ext cx="2808312" cy="432048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20" name="TextBox 16">
            <a:extLst>
              <a:ext uri="{FF2B5EF4-FFF2-40B4-BE49-F238E27FC236}">
                <a16:creationId xmlns:a16="http://schemas.microsoft.com/office/drawing/2014/main" id="{07AB0414-9A30-E173-3D35-6505C0DA22FE}"/>
              </a:ext>
            </a:extLst>
          </p:cNvPr>
          <p:cNvSpPr txBox="1"/>
          <p:nvPr/>
        </p:nvSpPr>
        <p:spPr>
          <a:xfrm>
            <a:off x="6113925" y="2528034"/>
            <a:ext cx="2016113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B0F0"/>
                </a:solidFill>
                <a:latin typeface="Times New Roman" pitchFamily="18" charset="0"/>
                <a:ea typeface="黑体" pitchFamily="49" charset="-122"/>
                <a:sym typeface="Wingdings" pitchFamily="2" charset="2"/>
              </a:rPr>
              <a:t>设置“</a:t>
            </a:r>
            <a:r>
              <a:rPr lang="en-US" altLang="zh-CN" dirty="0">
                <a:solidFill>
                  <a:srgbClr val="00B0F0"/>
                </a:solidFill>
                <a:latin typeface="Times New Roman" pitchFamily="18" charset="0"/>
                <a:ea typeface="黑体" pitchFamily="49" charset="-122"/>
                <a:sym typeface="Wingdings" pitchFamily="2" charset="2"/>
              </a:rPr>
              <a:t>a</a:t>
            </a:r>
            <a:r>
              <a:rPr lang="zh-CN" altLang="en-US" dirty="0">
                <a:solidFill>
                  <a:srgbClr val="00B0F0"/>
                </a:solidFill>
                <a:latin typeface="Times New Roman" pitchFamily="18" charset="0"/>
                <a:ea typeface="黑体" pitchFamily="49" charset="-122"/>
                <a:sym typeface="Wingdings" pitchFamily="2" charset="2"/>
              </a:rPr>
              <a:t>”</a:t>
            </a:r>
            <a:r>
              <a:rPr lang="en-US" altLang="zh-CN" dirty="0">
                <a:solidFill>
                  <a:srgbClr val="00B0F0"/>
                </a:solidFill>
                <a:latin typeface="Times New Roman" pitchFamily="18" charset="0"/>
                <a:ea typeface="黑体" pitchFamily="49" charset="-122"/>
                <a:sym typeface="Wingdings" pitchFamily="2" charset="2"/>
              </a:rPr>
              <a:t>TTL</a:t>
            </a:r>
            <a:r>
              <a:rPr lang="zh-CN" altLang="en-US" dirty="0">
                <a:solidFill>
                  <a:srgbClr val="00B0F0"/>
                </a:solidFill>
                <a:latin typeface="Times New Roman" pitchFamily="18" charset="0"/>
                <a:ea typeface="黑体" pitchFamily="49" charset="-122"/>
                <a:sym typeface="Wingdings" pitchFamily="2" charset="2"/>
              </a:rPr>
              <a:t>电平，设置时钟周期。</a:t>
            </a:r>
            <a:endParaRPr lang="en-US" altLang="zh-CN" dirty="0">
              <a:solidFill>
                <a:srgbClr val="00B0F0"/>
              </a:solidFill>
              <a:latin typeface="Times New Roman" pitchFamily="18" charset="0"/>
              <a:ea typeface="黑体" pitchFamily="49" charset="-122"/>
              <a:sym typeface="Wingdings" pitchFamily="2" charset="2"/>
            </a:endParaRP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B9362672-7CBB-BB91-8ED8-45F0BFA220EF}"/>
              </a:ext>
            </a:extLst>
          </p:cNvPr>
          <p:cNvCxnSpPr>
            <a:cxnSpLocks/>
          </p:cNvCxnSpPr>
          <p:nvPr/>
        </p:nvCxnSpPr>
        <p:spPr>
          <a:xfrm flipH="1">
            <a:off x="2931533" y="3260442"/>
            <a:ext cx="1080120" cy="1938525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16">
            <a:extLst>
              <a:ext uri="{FF2B5EF4-FFF2-40B4-BE49-F238E27FC236}">
                <a16:creationId xmlns:a16="http://schemas.microsoft.com/office/drawing/2014/main" id="{6CD74BBD-F61C-577E-F915-C2A905E45EBF}"/>
              </a:ext>
            </a:extLst>
          </p:cNvPr>
          <p:cNvSpPr txBox="1"/>
          <p:nvPr/>
        </p:nvSpPr>
        <p:spPr>
          <a:xfrm>
            <a:off x="9273894" y="2504120"/>
            <a:ext cx="2016113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B0F0"/>
                </a:solidFill>
                <a:latin typeface="Times New Roman" pitchFamily="18" charset="0"/>
                <a:ea typeface="黑体" pitchFamily="49" charset="-122"/>
                <a:sym typeface="Wingdings" pitchFamily="2" charset="2"/>
              </a:rPr>
              <a:t>设置“</a:t>
            </a:r>
            <a:r>
              <a:rPr lang="en-US" altLang="zh-CN" dirty="0">
                <a:solidFill>
                  <a:srgbClr val="00B0F0"/>
                </a:solidFill>
                <a:latin typeface="Times New Roman" pitchFamily="18" charset="0"/>
                <a:ea typeface="黑体" pitchFamily="49" charset="-122"/>
                <a:sym typeface="Wingdings" pitchFamily="2" charset="2"/>
              </a:rPr>
              <a:t>b</a:t>
            </a:r>
            <a:r>
              <a:rPr lang="zh-CN" altLang="en-US" dirty="0">
                <a:solidFill>
                  <a:srgbClr val="00B0F0"/>
                </a:solidFill>
                <a:latin typeface="Times New Roman" pitchFamily="18" charset="0"/>
                <a:ea typeface="黑体" pitchFamily="49" charset="-122"/>
                <a:sym typeface="Wingdings" pitchFamily="2" charset="2"/>
              </a:rPr>
              <a:t>”</a:t>
            </a:r>
            <a:r>
              <a:rPr lang="en-US" altLang="zh-CN" dirty="0">
                <a:solidFill>
                  <a:srgbClr val="00B0F0"/>
                </a:solidFill>
                <a:latin typeface="Times New Roman" pitchFamily="18" charset="0"/>
                <a:ea typeface="黑体" pitchFamily="49" charset="-122"/>
                <a:sym typeface="Wingdings" pitchFamily="2" charset="2"/>
              </a:rPr>
              <a:t>TTL</a:t>
            </a:r>
            <a:r>
              <a:rPr lang="zh-CN" altLang="en-US" dirty="0">
                <a:solidFill>
                  <a:srgbClr val="00B0F0"/>
                </a:solidFill>
                <a:latin typeface="Times New Roman" pitchFamily="18" charset="0"/>
                <a:ea typeface="黑体" pitchFamily="49" charset="-122"/>
                <a:sym typeface="Wingdings" pitchFamily="2" charset="2"/>
              </a:rPr>
              <a:t>电平，设置时钟周期。</a:t>
            </a:r>
            <a:endParaRPr lang="en-US" altLang="zh-CN" dirty="0">
              <a:solidFill>
                <a:srgbClr val="00B0F0"/>
              </a:solidFill>
              <a:latin typeface="Times New Roman" pitchFamily="18" charset="0"/>
              <a:ea typeface="黑体" pitchFamily="49" charset="-122"/>
              <a:sym typeface="Wingdings" pitchFamily="2" charset="2"/>
            </a:endParaRPr>
          </a:p>
        </p:txBody>
      </p:sp>
      <p:sp>
        <p:nvSpPr>
          <p:cNvPr id="2" name="TextBox 16">
            <a:extLst>
              <a:ext uri="{FF2B5EF4-FFF2-40B4-BE49-F238E27FC236}">
                <a16:creationId xmlns:a16="http://schemas.microsoft.com/office/drawing/2014/main" id="{45734450-C913-B941-AF63-40FE374C1325}"/>
              </a:ext>
            </a:extLst>
          </p:cNvPr>
          <p:cNvSpPr txBox="1"/>
          <p:nvPr/>
        </p:nvSpPr>
        <p:spPr>
          <a:xfrm>
            <a:off x="7121981" y="1727534"/>
            <a:ext cx="396032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B0F0"/>
                </a:solidFill>
                <a:latin typeface="Times New Roman" pitchFamily="18" charset="0"/>
                <a:ea typeface="黑体" pitchFamily="49" charset="-122"/>
                <a:sym typeface="Wingdings" pitchFamily="2" charset="2"/>
              </a:rPr>
              <a:t>按权位高低顺序，周期由</a:t>
            </a:r>
            <a:r>
              <a:rPr lang="en-US" altLang="zh-CN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  <a:sym typeface="Wingdings" pitchFamily="2" charset="2"/>
              </a:rPr>
              <a:t>2</a:t>
            </a:r>
            <a:r>
              <a:rPr lang="en-US" altLang="zh-CN" baseline="30000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  <a:sym typeface="Wingdings" pitchFamily="2" charset="2"/>
              </a:rPr>
              <a:t>n</a:t>
            </a:r>
            <a:r>
              <a:rPr lang="zh-CN" altLang="en-US" dirty="0">
                <a:solidFill>
                  <a:srgbClr val="00B0F0"/>
                </a:solidFill>
                <a:latin typeface="Times New Roman" pitchFamily="18" charset="0"/>
                <a:ea typeface="黑体" pitchFamily="49" charset="-122"/>
                <a:sym typeface="Wingdings" pitchFamily="2" charset="2"/>
              </a:rPr>
              <a:t>叠加。</a:t>
            </a:r>
            <a:endParaRPr lang="en-US" altLang="zh-CN" dirty="0">
              <a:solidFill>
                <a:srgbClr val="00B0F0"/>
              </a:solidFill>
              <a:latin typeface="Times New Roman" pitchFamily="18" charset="0"/>
              <a:ea typeface="黑体" pitchFamily="49" charset="-122"/>
              <a:sym typeface="Wingdings" pitchFamily="2" charset="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72082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8" grpId="0" animBg="1"/>
      <p:bldP spid="19" grpId="0" animBg="1"/>
      <p:bldP spid="20" grpId="0"/>
      <p:bldP spid="26" grpId="0"/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24C95-A533-6D38-B934-8A70750BC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灯片编号占位符 83">
            <a:extLst>
              <a:ext uri="{FF2B5EF4-FFF2-40B4-BE49-F238E27FC236}">
                <a16:creationId xmlns:a16="http://schemas.microsoft.com/office/drawing/2014/main" id="{DA19DE85-99D0-74BA-398A-9FA8E6B38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0C913308-F349-4B6D-A68A-DD1791B4A57B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56" name="页脚占位符 55">
            <a:extLst>
              <a:ext uri="{FF2B5EF4-FFF2-40B4-BE49-F238E27FC236}">
                <a16:creationId xmlns:a16="http://schemas.microsoft.com/office/drawing/2014/main" id="{2546FD7F-143A-C4EE-9930-1D8CBA45C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zh-CN" altLang="en-US"/>
              <a:t>南京邮电大学</a:t>
            </a:r>
            <a:r>
              <a:rPr lang="en-US" altLang="zh-CN"/>
              <a:t>-</a:t>
            </a:r>
            <a:r>
              <a:rPr lang="zh-CN" altLang="en-US"/>
              <a:t>电工电子实验教学中心</a:t>
            </a:r>
          </a:p>
        </p:txBody>
      </p:sp>
      <p:sp>
        <p:nvSpPr>
          <p:cNvPr id="17" name="标题 16">
            <a:extLst>
              <a:ext uri="{FF2B5EF4-FFF2-40B4-BE49-F238E27FC236}">
                <a16:creationId xmlns:a16="http://schemas.microsoft.com/office/drawing/2014/main" id="{5DEF5AE2-A147-6A40-F7C0-88D20AAD4A7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三、电路动态仿真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C9F99C1D-F19D-FB7F-3B08-BC44ABD398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444" y="1628800"/>
            <a:ext cx="9001000" cy="5033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18">
            <a:extLst>
              <a:ext uri="{FF2B5EF4-FFF2-40B4-BE49-F238E27FC236}">
                <a16:creationId xmlns:a16="http://schemas.microsoft.com/office/drawing/2014/main" id="{06645C6E-6161-3734-9E7B-376E416D23A6}"/>
              </a:ext>
            </a:extLst>
          </p:cNvPr>
          <p:cNvSpPr txBox="1"/>
          <p:nvPr/>
        </p:nvSpPr>
        <p:spPr>
          <a:xfrm>
            <a:off x="5735960" y="1154668"/>
            <a:ext cx="547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观察仿真波形，与真值表比对，确认符合设计要求</a:t>
            </a:r>
            <a:endParaRPr lang="en-US" altLang="zh-CN" dirty="0">
              <a:solidFill>
                <a:srgbClr val="FF0000"/>
              </a:solidFill>
              <a:latin typeface="Times New Roman" pitchFamily="18" charset="0"/>
              <a:ea typeface="黑体" pitchFamily="49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923906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C28C1-448B-9EAC-4F0F-E3ECAFF23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F849A29F-7BAD-E380-A8D5-7AF112DF21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492944"/>
            <a:ext cx="3806552" cy="6157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4" name="灯片编号占位符 83">
            <a:extLst>
              <a:ext uri="{FF2B5EF4-FFF2-40B4-BE49-F238E27FC236}">
                <a16:creationId xmlns:a16="http://schemas.microsoft.com/office/drawing/2014/main" id="{20D7A6D2-89EF-1572-0940-32BC27B17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0C913308-F349-4B6D-A68A-DD1791B4A57B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56" name="页脚占位符 55">
            <a:extLst>
              <a:ext uri="{FF2B5EF4-FFF2-40B4-BE49-F238E27FC236}">
                <a16:creationId xmlns:a16="http://schemas.microsoft.com/office/drawing/2014/main" id="{DEEB7034-8359-F3FC-7B65-ECED9743E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zh-CN" altLang="en-US"/>
              <a:t>南京邮电大学</a:t>
            </a:r>
            <a:r>
              <a:rPr lang="en-US" altLang="zh-CN"/>
              <a:t>-</a:t>
            </a:r>
            <a:r>
              <a:rPr lang="zh-CN" altLang="en-US"/>
              <a:t>电工电子实验教学中心</a:t>
            </a:r>
          </a:p>
        </p:txBody>
      </p:sp>
      <p:sp>
        <p:nvSpPr>
          <p:cNvPr id="17" name="标题 16">
            <a:extLst>
              <a:ext uri="{FF2B5EF4-FFF2-40B4-BE49-F238E27FC236}">
                <a16:creationId xmlns:a16="http://schemas.microsoft.com/office/drawing/2014/main" id="{BF82BDCE-119F-A858-E26B-31D5C9B92167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四、定义管脚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7F6A1D5-C4CB-3F93-B1B2-55D164263D75}"/>
              </a:ext>
            </a:extLst>
          </p:cNvPr>
          <p:cNvSpPr/>
          <p:nvPr/>
        </p:nvSpPr>
        <p:spPr>
          <a:xfrm>
            <a:off x="6500850" y="554714"/>
            <a:ext cx="1035310" cy="2819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D49461A-782C-5FFE-14B2-B805FB10DCD4}"/>
              </a:ext>
            </a:extLst>
          </p:cNvPr>
          <p:cNvSpPr/>
          <p:nvPr/>
        </p:nvSpPr>
        <p:spPr>
          <a:xfrm>
            <a:off x="6500850" y="5013176"/>
            <a:ext cx="3401702" cy="4144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4BAE4C-8B58-896C-2CD6-26F9715EB63B}"/>
              </a:ext>
            </a:extLst>
          </p:cNvPr>
          <p:cNvSpPr txBox="1"/>
          <p:nvPr/>
        </p:nvSpPr>
        <p:spPr>
          <a:xfrm>
            <a:off x="1919536" y="5053585"/>
            <a:ext cx="28780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返回设计导航栏。</a:t>
            </a:r>
            <a:endParaRPr lang="en-US" altLang="zh-CN" dirty="0">
              <a:solidFill>
                <a:srgbClr val="FF0000"/>
              </a:solidFill>
              <a:latin typeface="Times New Roman" pitchFamily="18" charset="0"/>
              <a:ea typeface="黑体" pitchFamily="49" charset="-122"/>
            </a:endParaRPr>
          </a:p>
          <a:p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右击，打开管脚约束界面</a:t>
            </a:r>
            <a:endParaRPr lang="en-US" altLang="zh-CN" dirty="0">
              <a:solidFill>
                <a:srgbClr val="FF0000"/>
              </a:solidFill>
              <a:latin typeface="Times New Roman" pitchFamily="18" charset="0"/>
              <a:ea typeface="黑体" pitchFamily="49" charset="-122"/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E8584A88-74E3-4FFA-40E4-80E322BB6457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4797598" y="5238252"/>
            <a:ext cx="1668057" cy="138499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9">
            <a:extLst>
              <a:ext uri="{FF2B5EF4-FFF2-40B4-BE49-F238E27FC236}">
                <a16:creationId xmlns:a16="http://schemas.microsoft.com/office/drawing/2014/main" id="{2987572B-EF52-5DD7-260F-255411835A36}"/>
              </a:ext>
            </a:extLst>
          </p:cNvPr>
          <p:cNvSpPr txBox="1"/>
          <p:nvPr/>
        </p:nvSpPr>
        <p:spPr>
          <a:xfrm>
            <a:off x="5709572" y="1619748"/>
            <a:ext cx="5040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1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3A3DE3E-228C-651E-F324-0AC4BB23DB12}"/>
              </a:ext>
            </a:extLst>
          </p:cNvPr>
          <p:cNvSpPr txBox="1"/>
          <p:nvPr/>
        </p:nvSpPr>
        <p:spPr>
          <a:xfrm>
            <a:off x="5827199" y="4796716"/>
            <a:ext cx="5040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2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B5C51359-A6B4-3CF3-9E28-ADC5481ACBC3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4797598" y="877553"/>
            <a:ext cx="1703252" cy="4499198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0AD61A3C-11F2-BF19-C392-F6DB6266379B}"/>
              </a:ext>
            </a:extLst>
          </p:cNvPr>
          <p:cNvSpPr/>
          <p:nvPr/>
        </p:nvSpPr>
        <p:spPr>
          <a:xfrm>
            <a:off x="6500348" y="1180865"/>
            <a:ext cx="1467860" cy="2494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itchFamily="18" charset="0"/>
              <a:ea typeface="黑体" pitchFamily="49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51998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DE9F5-767D-3748-619B-1EC39C381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C8C15E63-9E8E-5131-54D3-08F81294196B}"/>
              </a:ext>
            </a:extLst>
          </p:cNvPr>
          <p:cNvGrpSpPr/>
          <p:nvPr/>
        </p:nvGrpSpPr>
        <p:grpSpPr>
          <a:xfrm>
            <a:off x="1495678" y="3613150"/>
            <a:ext cx="8458040" cy="1637831"/>
            <a:chOff x="1495678" y="3613150"/>
            <a:chExt cx="8458040" cy="1637831"/>
          </a:xfrm>
        </p:grpSpPr>
        <p:pic>
          <p:nvPicPr>
            <p:cNvPr id="2" name="Picture 3">
              <a:extLst>
                <a:ext uri="{FF2B5EF4-FFF2-40B4-BE49-F238E27FC236}">
                  <a16:creationId xmlns:a16="http://schemas.microsoft.com/office/drawing/2014/main" id="{0F425187-B0F1-7528-9E60-9C3155718A3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0733"/>
            <a:stretch/>
          </p:blipFill>
          <p:spPr bwMode="auto">
            <a:xfrm>
              <a:off x="1495678" y="3613150"/>
              <a:ext cx="8458040" cy="16378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9EE678AF-646B-ADB9-C76F-3B358BD11BFA}"/>
                </a:ext>
              </a:extLst>
            </p:cNvPr>
            <p:cNvSpPr txBox="1"/>
            <p:nvPr/>
          </p:nvSpPr>
          <p:spPr>
            <a:xfrm>
              <a:off x="5991680" y="4392133"/>
              <a:ext cx="464360" cy="60016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1100" dirty="0"/>
                <a:t>P76</a:t>
              </a:r>
            </a:p>
            <a:p>
              <a:r>
                <a:rPr lang="en-US" altLang="zh-CN" sz="1100" dirty="0"/>
                <a:t>P77</a:t>
              </a:r>
            </a:p>
            <a:p>
              <a:r>
                <a:rPr lang="en-US" altLang="zh-CN" sz="1100" dirty="0"/>
                <a:t>P78</a:t>
              </a:r>
              <a:endParaRPr lang="zh-CN" altLang="en-US" sz="1100" dirty="0"/>
            </a:p>
          </p:txBody>
        </p:sp>
      </p:grpSp>
      <p:sp>
        <p:nvSpPr>
          <p:cNvPr id="84" name="灯片编号占位符 83">
            <a:extLst>
              <a:ext uri="{FF2B5EF4-FFF2-40B4-BE49-F238E27FC236}">
                <a16:creationId xmlns:a16="http://schemas.microsoft.com/office/drawing/2014/main" id="{5AFC71B5-9F29-AD62-C012-A7F9A21DA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0C913308-F349-4B6D-A68A-DD1791B4A57B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56" name="页脚占位符 55">
            <a:extLst>
              <a:ext uri="{FF2B5EF4-FFF2-40B4-BE49-F238E27FC236}">
                <a16:creationId xmlns:a16="http://schemas.microsoft.com/office/drawing/2014/main" id="{0F9FAF86-076B-822E-42D3-DCC0FC19A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zh-CN" altLang="en-US"/>
              <a:t>南京邮电大学</a:t>
            </a:r>
            <a:r>
              <a:rPr lang="en-US" altLang="zh-CN"/>
              <a:t>-</a:t>
            </a:r>
            <a:r>
              <a:rPr lang="zh-CN" altLang="en-US"/>
              <a:t>电工电子实验教学中心</a:t>
            </a:r>
          </a:p>
        </p:txBody>
      </p:sp>
      <p:sp>
        <p:nvSpPr>
          <p:cNvPr id="17" name="标题 16">
            <a:extLst>
              <a:ext uri="{FF2B5EF4-FFF2-40B4-BE49-F238E27FC236}">
                <a16:creationId xmlns:a16="http://schemas.microsoft.com/office/drawing/2014/main" id="{FDEC3D3A-A142-A1B0-49C6-D86516E95FB0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四、定义管脚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453E3FE-C37F-99E4-E278-48FF7D980003}"/>
              </a:ext>
            </a:extLst>
          </p:cNvPr>
          <p:cNvSpPr/>
          <p:nvPr/>
        </p:nvSpPr>
        <p:spPr>
          <a:xfrm>
            <a:off x="5951984" y="3684067"/>
            <a:ext cx="1008112" cy="14841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5ECB3CE-214B-D42D-C2F2-5B6D21238920}"/>
              </a:ext>
            </a:extLst>
          </p:cNvPr>
          <p:cNvSpPr/>
          <p:nvPr/>
        </p:nvSpPr>
        <p:spPr>
          <a:xfrm>
            <a:off x="8832304" y="3663375"/>
            <a:ext cx="1121414" cy="151155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A470D183-39F2-389B-E07F-70F00EFC6D72}"/>
              </a:ext>
            </a:extLst>
          </p:cNvPr>
          <p:cNvSpPr txBox="1"/>
          <p:nvPr/>
        </p:nvSpPr>
        <p:spPr>
          <a:xfrm>
            <a:off x="5591944" y="5250981"/>
            <a:ext cx="18722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根据管脚列表，设置输入、输出端口</a:t>
            </a:r>
            <a:endParaRPr lang="en-US" altLang="zh-CN" dirty="0">
              <a:solidFill>
                <a:srgbClr val="FF0000"/>
              </a:solidFill>
              <a:latin typeface="Times New Roman" pitchFamily="18" charset="0"/>
              <a:ea typeface="黑体" pitchFamily="49" charset="-122"/>
            </a:endParaRP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C4DAEE73-744C-2E9E-CF9E-FD9AEE4224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878" y="1683073"/>
            <a:ext cx="11288101" cy="18419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TextBox 10">
            <a:extLst>
              <a:ext uri="{FF2B5EF4-FFF2-40B4-BE49-F238E27FC236}">
                <a16:creationId xmlns:a16="http://schemas.microsoft.com/office/drawing/2014/main" id="{05BE722D-8120-062B-BD84-B3D124B088A4}"/>
              </a:ext>
            </a:extLst>
          </p:cNvPr>
          <p:cNvSpPr txBox="1"/>
          <p:nvPr/>
        </p:nvSpPr>
        <p:spPr>
          <a:xfrm>
            <a:off x="8544272" y="5339137"/>
            <a:ext cx="2232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B0F0"/>
                </a:solidFill>
                <a:latin typeface="Times New Roman" pitchFamily="18" charset="0"/>
                <a:ea typeface="黑体" pitchFamily="49" charset="-122"/>
              </a:rPr>
              <a:t>电压选择</a:t>
            </a:r>
            <a:r>
              <a:rPr lang="en-US" altLang="zh-CN" dirty="0">
                <a:solidFill>
                  <a:srgbClr val="00B0F0"/>
                </a:solidFill>
                <a:latin typeface="Times New Roman" pitchFamily="18" charset="0"/>
                <a:ea typeface="黑体" pitchFamily="49" charset="-122"/>
              </a:rPr>
              <a:t>3.3V</a:t>
            </a:r>
          </a:p>
        </p:txBody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5EE0E6B5-84E7-6DB0-4420-248B5BE3B501}"/>
              </a:ext>
            </a:extLst>
          </p:cNvPr>
          <p:cNvSpPr txBox="1"/>
          <p:nvPr/>
        </p:nvSpPr>
        <p:spPr>
          <a:xfrm>
            <a:off x="1343472" y="5708469"/>
            <a:ext cx="2878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完成后，点击保存</a:t>
            </a:r>
            <a:endParaRPr lang="en-US" altLang="zh-CN" dirty="0">
              <a:solidFill>
                <a:srgbClr val="FF0000"/>
              </a:solidFill>
              <a:latin typeface="Times New Roman" pitchFamily="18" charset="0"/>
              <a:ea typeface="黑体" pitchFamily="49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40413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1" grpId="0" animBg="1"/>
      <p:bldP spid="13" grpId="0"/>
      <p:bldP spid="15" grpId="0"/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0B322-CEC3-572E-C8C9-DDA4CBA9E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灯片编号占位符 83">
            <a:extLst>
              <a:ext uri="{FF2B5EF4-FFF2-40B4-BE49-F238E27FC236}">
                <a16:creationId xmlns:a16="http://schemas.microsoft.com/office/drawing/2014/main" id="{AE1B5EEE-3852-7E41-C48E-F7255EA88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0C913308-F349-4B6D-A68A-DD1791B4A57B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56" name="页脚占位符 55">
            <a:extLst>
              <a:ext uri="{FF2B5EF4-FFF2-40B4-BE49-F238E27FC236}">
                <a16:creationId xmlns:a16="http://schemas.microsoft.com/office/drawing/2014/main" id="{5F5A7239-CCB4-68C1-1DB6-12BC72D4D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zh-CN" altLang="en-US"/>
              <a:t>南京邮电大学</a:t>
            </a:r>
            <a:r>
              <a:rPr lang="en-US" altLang="zh-CN"/>
              <a:t>-</a:t>
            </a:r>
            <a:r>
              <a:rPr lang="zh-CN" altLang="en-US"/>
              <a:t>电工电子实验教学中心</a:t>
            </a:r>
          </a:p>
        </p:txBody>
      </p:sp>
      <p:sp>
        <p:nvSpPr>
          <p:cNvPr id="17" name="标题 16">
            <a:extLst>
              <a:ext uri="{FF2B5EF4-FFF2-40B4-BE49-F238E27FC236}">
                <a16:creationId xmlns:a16="http://schemas.microsoft.com/office/drawing/2014/main" id="{CF24ECCE-2D8B-1134-7020-8CEF8A1E12A3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五、检查设计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53B41150-3CCA-9BEF-2351-7F9AE75C30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7313" y="620688"/>
            <a:ext cx="2880320" cy="6076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79868E6A-697F-2907-5497-ED63BDD086C8}"/>
              </a:ext>
            </a:extLst>
          </p:cNvPr>
          <p:cNvSpPr/>
          <p:nvPr/>
        </p:nvSpPr>
        <p:spPr>
          <a:xfrm>
            <a:off x="3863751" y="692696"/>
            <a:ext cx="900701" cy="2754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7463DE8-6B3F-EBDA-BC01-F396B958BE22}"/>
              </a:ext>
            </a:extLst>
          </p:cNvPr>
          <p:cNvSpPr/>
          <p:nvPr/>
        </p:nvSpPr>
        <p:spPr>
          <a:xfrm>
            <a:off x="3765345" y="1268760"/>
            <a:ext cx="1359148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9F1D91E-0D24-01A5-2525-CB2D8C18A715}"/>
              </a:ext>
            </a:extLst>
          </p:cNvPr>
          <p:cNvSpPr/>
          <p:nvPr/>
        </p:nvSpPr>
        <p:spPr>
          <a:xfrm>
            <a:off x="3612325" y="5085185"/>
            <a:ext cx="2745308" cy="5843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itchFamily="18" charset="0"/>
              <a:ea typeface="黑体" pitchFamily="49" charset="-122"/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286CF7F8-3671-0CED-2B03-774D714B85C5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2230984" y="4758100"/>
            <a:ext cx="1381341" cy="619254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3">
            <a:extLst>
              <a:ext uri="{FF2B5EF4-FFF2-40B4-BE49-F238E27FC236}">
                <a16:creationId xmlns:a16="http://schemas.microsoft.com/office/drawing/2014/main" id="{BF94CE64-84AC-DCC2-4E2A-C8972AC1A8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511" y="1115929"/>
            <a:ext cx="4050047" cy="4040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BF2976F7-B47D-A3B8-5DAC-A35BE2BB11C0}"/>
              </a:ext>
            </a:extLst>
          </p:cNvPr>
          <p:cNvSpPr/>
          <p:nvPr/>
        </p:nvSpPr>
        <p:spPr>
          <a:xfrm>
            <a:off x="7366768" y="4183213"/>
            <a:ext cx="3769789" cy="54244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12" name="TextBox 13">
            <a:extLst>
              <a:ext uri="{FF2B5EF4-FFF2-40B4-BE49-F238E27FC236}">
                <a16:creationId xmlns:a16="http://schemas.microsoft.com/office/drawing/2014/main" id="{046F26C9-44A4-3602-E36E-C0076D25A4AA}"/>
              </a:ext>
            </a:extLst>
          </p:cNvPr>
          <p:cNvSpPr txBox="1"/>
          <p:nvPr/>
        </p:nvSpPr>
        <p:spPr>
          <a:xfrm>
            <a:off x="7402123" y="5804561"/>
            <a:ext cx="18002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B0F0"/>
                </a:solidFill>
                <a:latin typeface="Times New Roman" pitchFamily="18" charset="0"/>
                <a:ea typeface="黑体" pitchFamily="49" charset="-122"/>
              </a:rPr>
              <a:t>生成</a:t>
            </a:r>
            <a:r>
              <a:rPr lang="en-US" altLang="zh-CN" dirty="0">
                <a:solidFill>
                  <a:srgbClr val="00B0F0"/>
                </a:solidFill>
                <a:latin typeface="Times New Roman" pitchFamily="18" charset="0"/>
                <a:ea typeface="黑体" pitchFamily="49" charset="-122"/>
              </a:rPr>
              <a:t>.bit</a:t>
            </a:r>
            <a:r>
              <a:rPr lang="zh-CN" altLang="en-US" dirty="0">
                <a:solidFill>
                  <a:srgbClr val="00B0F0"/>
                </a:solidFill>
                <a:latin typeface="Times New Roman" pitchFamily="18" charset="0"/>
                <a:ea typeface="黑体" pitchFamily="49" charset="-122"/>
              </a:rPr>
              <a:t>文件</a:t>
            </a:r>
            <a:endParaRPr lang="en-US" altLang="zh-CN" dirty="0">
              <a:solidFill>
                <a:srgbClr val="00B0F0"/>
              </a:solidFill>
              <a:latin typeface="Times New Roman" pitchFamily="18" charset="0"/>
              <a:ea typeface="黑体" pitchFamily="49" charset="-122"/>
            </a:endParaRP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EF9445FA-D988-3B5B-08C2-F63C46713A9D}"/>
              </a:ext>
            </a:extLst>
          </p:cNvPr>
          <p:cNvCxnSpPr/>
          <p:nvPr/>
        </p:nvCxnSpPr>
        <p:spPr>
          <a:xfrm flipV="1">
            <a:off x="7901558" y="4725655"/>
            <a:ext cx="0" cy="1078906"/>
          </a:xfrm>
          <a:prstGeom prst="straightConnector1">
            <a:avLst/>
          </a:prstGeom>
          <a:ln w="28575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5">
            <a:extLst>
              <a:ext uri="{FF2B5EF4-FFF2-40B4-BE49-F238E27FC236}">
                <a16:creationId xmlns:a16="http://schemas.microsoft.com/office/drawing/2014/main" id="{677FBEA8-18CE-219D-F954-DAAA37C2569C}"/>
              </a:ext>
            </a:extLst>
          </p:cNvPr>
          <p:cNvSpPr txBox="1"/>
          <p:nvPr/>
        </p:nvSpPr>
        <p:spPr>
          <a:xfrm>
            <a:off x="658070" y="4573434"/>
            <a:ext cx="1572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检查管脚映射</a:t>
            </a:r>
            <a:endParaRPr lang="en-US" altLang="zh-CN" dirty="0">
              <a:solidFill>
                <a:srgbClr val="FF0000"/>
              </a:solidFill>
              <a:latin typeface="Times New Roman" pitchFamily="18" charset="0"/>
              <a:ea typeface="黑体" pitchFamily="49" charset="-122"/>
            </a:endParaRP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D6508643-1A92-4D7C-0C3D-4497A00623C7}"/>
              </a:ext>
            </a:extLst>
          </p:cNvPr>
          <p:cNvCxnSpPr>
            <a:cxnSpLocks/>
            <a:stCxn id="19" idx="3"/>
          </p:cNvCxnSpPr>
          <p:nvPr/>
        </p:nvCxnSpPr>
        <p:spPr>
          <a:xfrm flipV="1">
            <a:off x="2230984" y="1052736"/>
            <a:ext cx="1533741" cy="3705364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9">
            <a:extLst>
              <a:ext uri="{FF2B5EF4-FFF2-40B4-BE49-F238E27FC236}">
                <a16:creationId xmlns:a16="http://schemas.microsoft.com/office/drawing/2014/main" id="{8420015D-0CD8-D91E-7539-E2860A52EB3E}"/>
              </a:ext>
            </a:extLst>
          </p:cNvPr>
          <p:cNvSpPr txBox="1"/>
          <p:nvPr/>
        </p:nvSpPr>
        <p:spPr>
          <a:xfrm>
            <a:off x="3125202" y="1262390"/>
            <a:ext cx="5040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1</a:t>
            </a:r>
          </a:p>
        </p:txBody>
      </p:sp>
      <p:sp>
        <p:nvSpPr>
          <p:cNvPr id="30" name="TextBox 10">
            <a:extLst>
              <a:ext uri="{FF2B5EF4-FFF2-40B4-BE49-F238E27FC236}">
                <a16:creationId xmlns:a16="http://schemas.microsoft.com/office/drawing/2014/main" id="{A5AA6D64-C107-BA2D-3F43-5B94D5BF9D86}"/>
              </a:ext>
            </a:extLst>
          </p:cNvPr>
          <p:cNvSpPr txBox="1"/>
          <p:nvPr/>
        </p:nvSpPr>
        <p:spPr>
          <a:xfrm>
            <a:off x="2965963" y="4633270"/>
            <a:ext cx="5040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2</a:t>
            </a:r>
          </a:p>
        </p:txBody>
      </p:sp>
      <p:sp>
        <p:nvSpPr>
          <p:cNvPr id="31" name="TextBox 10">
            <a:extLst>
              <a:ext uri="{FF2B5EF4-FFF2-40B4-BE49-F238E27FC236}">
                <a16:creationId xmlns:a16="http://schemas.microsoft.com/office/drawing/2014/main" id="{E7F926D9-D681-A98E-7840-93BF87359F4B}"/>
              </a:ext>
            </a:extLst>
          </p:cNvPr>
          <p:cNvSpPr txBox="1"/>
          <p:nvPr/>
        </p:nvSpPr>
        <p:spPr>
          <a:xfrm>
            <a:off x="7907551" y="5218916"/>
            <a:ext cx="5040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00B0F0"/>
                </a:solidFill>
                <a:latin typeface="Times New Roman" pitchFamily="18" charset="0"/>
                <a:ea typeface="黑体" pitchFamily="49" charset="-122"/>
              </a:rPr>
              <a:t>3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02521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2" grpId="0"/>
      <p:bldP spid="30" grpId="0"/>
      <p:bldP spid="3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7CCBE-8C57-CEDC-9223-5244A454F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155C66EE-803B-DF27-015E-39B93EC280F3}"/>
              </a:ext>
            </a:extLst>
          </p:cNvPr>
          <p:cNvGrpSpPr/>
          <p:nvPr/>
        </p:nvGrpSpPr>
        <p:grpSpPr>
          <a:xfrm>
            <a:off x="5933008" y="3861048"/>
            <a:ext cx="4996061" cy="2638945"/>
            <a:chOff x="5933008" y="3861048"/>
            <a:chExt cx="4996061" cy="2638945"/>
          </a:xfrm>
        </p:grpSpPr>
        <p:pic>
          <p:nvPicPr>
            <p:cNvPr id="11" name="Picture 4">
              <a:extLst>
                <a:ext uri="{FF2B5EF4-FFF2-40B4-BE49-F238E27FC236}">
                  <a16:creationId xmlns:a16="http://schemas.microsoft.com/office/drawing/2014/main" id="{14E37564-2F89-0922-31E6-FA2B8F8517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33008" y="3861048"/>
              <a:ext cx="4996061" cy="26389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8356C7B1-0012-3467-63C4-B83EA72A66E3}"/>
                </a:ext>
              </a:extLst>
            </p:cNvPr>
            <p:cNvSpPr/>
            <p:nvPr/>
          </p:nvSpPr>
          <p:spPr>
            <a:xfrm>
              <a:off x="8616280" y="4797152"/>
              <a:ext cx="2232248" cy="16561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4" name="灯片编号占位符 83">
            <a:extLst>
              <a:ext uri="{FF2B5EF4-FFF2-40B4-BE49-F238E27FC236}">
                <a16:creationId xmlns:a16="http://schemas.microsoft.com/office/drawing/2014/main" id="{B89BBBFA-0955-580F-BA24-3506189D3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0C913308-F349-4B6D-A68A-DD1791B4A57B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56" name="页脚占位符 55">
            <a:extLst>
              <a:ext uri="{FF2B5EF4-FFF2-40B4-BE49-F238E27FC236}">
                <a16:creationId xmlns:a16="http://schemas.microsoft.com/office/drawing/2014/main" id="{C6DB1188-86B1-79DD-6E9D-AB05EB445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zh-CN" altLang="en-US"/>
              <a:t>南京邮电大学</a:t>
            </a:r>
            <a:r>
              <a:rPr lang="en-US" altLang="zh-CN"/>
              <a:t>-</a:t>
            </a:r>
            <a:r>
              <a:rPr lang="zh-CN" altLang="en-US"/>
              <a:t>电工电子实验教学中心</a:t>
            </a:r>
          </a:p>
        </p:txBody>
      </p:sp>
      <p:sp>
        <p:nvSpPr>
          <p:cNvPr id="17" name="标题 16">
            <a:extLst>
              <a:ext uri="{FF2B5EF4-FFF2-40B4-BE49-F238E27FC236}">
                <a16:creationId xmlns:a16="http://schemas.microsoft.com/office/drawing/2014/main" id="{279ADE8C-1019-F9C0-BE61-34754467229B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六、实现电路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1CB8D6AB-A2B9-0B72-1C64-2E16FBBDC7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322" y="1477641"/>
            <a:ext cx="3133725" cy="3838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D00BC9C7-29A5-A1DC-BAF9-57EE7DF94F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3008" y="1085844"/>
            <a:ext cx="4019550" cy="1952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E37CCCB7-9AED-7212-E827-129220A18F2E}"/>
              </a:ext>
            </a:extLst>
          </p:cNvPr>
          <p:cNvSpPr/>
          <p:nvPr/>
        </p:nvSpPr>
        <p:spPr>
          <a:xfrm>
            <a:off x="1068393" y="4704000"/>
            <a:ext cx="2020057" cy="3020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0C9B100E-28E2-5259-5C98-24287FD0026F}"/>
              </a:ext>
            </a:extLst>
          </p:cNvPr>
          <p:cNvSpPr txBox="1"/>
          <p:nvPr/>
        </p:nvSpPr>
        <p:spPr>
          <a:xfrm>
            <a:off x="1247494" y="5634365"/>
            <a:ext cx="28780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连接好芯片电源与数据线后，双击</a:t>
            </a:r>
            <a:endParaRPr lang="en-US" altLang="zh-CN" dirty="0">
              <a:solidFill>
                <a:srgbClr val="FF0000"/>
              </a:solidFill>
              <a:latin typeface="Times New Roman" pitchFamily="18" charset="0"/>
              <a:ea typeface="黑体" pitchFamily="49" charset="-122"/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5378090D-7B1E-EBC0-5A4C-2D2717CB5476}"/>
              </a:ext>
            </a:extLst>
          </p:cNvPr>
          <p:cNvCxnSpPr>
            <a:cxnSpLocks/>
            <a:stCxn id="14" idx="0"/>
          </p:cNvCxnSpPr>
          <p:nvPr/>
        </p:nvCxnSpPr>
        <p:spPr>
          <a:xfrm flipH="1" flipV="1">
            <a:off x="2158618" y="5031433"/>
            <a:ext cx="527907" cy="602932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8FC09DA1-C6C3-1FA7-447F-C86EF800B6D5}"/>
              </a:ext>
            </a:extLst>
          </p:cNvPr>
          <p:cNvSpPr/>
          <p:nvPr/>
        </p:nvSpPr>
        <p:spPr>
          <a:xfrm>
            <a:off x="6033605" y="1949940"/>
            <a:ext cx="2409278" cy="325017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20" name="TextBox 12">
            <a:extLst>
              <a:ext uri="{FF2B5EF4-FFF2-40B4-BE49-F238E27FC236}">
                <a16:creationId xmlns:a16="http://schemas.microsoft.com/office/drawing/2014/main" id="{FC2E9D43-49F5-87E8-1FA9-945EE86F5E55}"/>
              </a:ext>
            </a:extLst>
          </p:cNvPr>
          <p:cNvSpPr txBox="1"/>
          <p:nvPr/>
        </p:nvSpPr>
        <p:spPr>
          <a:xfrm>
            <a:off x="5032908" y="1138935"/>
            <a:ext cx="9001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B0F0"/>
                </a:solidFill>
                <a:latin typeface="Times New Roman" pitchFamily="18" charset="0"/>
                <a:ea typeface="黑体" pitchFamily="49" charset="-122"/>
              </a:rPr>
              <a:t>双击</a:t>
            </a:r>
            <a:endParaRPr lang="en-US" altLang="zh-CN" dirty="0">
              <a:solidFill>
                <a:srgbClr val="00B0F0"/>
              </a:solidFill>
              <a:latin typeface="Times New Roman" pitchFamily="18" charset="0"/>
              <a:ea typeface="黑体" pitchFamily="49" charset="-122"/>
            </a:endParaRP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A0B2123A-5BE9-B851-5E54-BBCC988A2420}"/>
              </a:ext>
            </a:extLst>
          </p:cNvPr>
          <p:cNvCxnSpPr/>
          <p:nvPr/>
        </p:nvCxnSpPr>
        <p:spPr>
          <a:xfrm>
            <a:off x="5679033" y="1517891"/>
            <a:ext cx="1080120" cy="432048"/>
          </a:xfrm>
          <a:prstGeom prst="straightConnector1">
            <a:avLst/>
          </a:prstGeom>
          <a:ln w="28575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17">
            <a:extLst>
              <a:ext uri="{FF2B5EF4-FFF2-40B4-BE49-F238E27FC236}">
                <a16:creationId xmlns:a16="http://schemas.microsoft.com/office/drawing/2014/main" id="{095A6641-E2E4-5C7A-52D3-E33EEB96028F}"/>
              </a:ext>
            </a:extLst>
          </p:cNvPr>
          <p:cNvSpPr txBox="1"/>
          <p:nvPr/>
        </p:nvSpPr>
        <p:spPr>
          <a:xfrm>
            <a:off x="7680176" y="3305889"/>
            <a:ext cx="19830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单击，自动添加</a:t>
            </a:r>
            <a:r>
              <a:rPr lang="en-US" altLang="zh-CN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Xilinx</a:t>
            </a:r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器件</a:t>
            </a:r>
            <a:endParaRPr lang="en-US" altLang="zh-CN" dirty="0">
              <a:solidFill>
                <a:srgbClr val="FF0000"/>
              </a:solidFill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B3170AC-4592-D3C2-CD20-32D090A769C7}"/>
              </a:ext>
            </a:extLst>
          </p:cNvPr>
          <p:cNvSpPr/>
          <p:nvPr/>
        </p:nvSpPr>
        <p:spPr>
          <a:xfrm>
            <a:off x="6816081" y="4329563"/>
            <a:ext cx="360040" cy="2515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itchFamily="18" charset="0"/>
              <a:ea typeface="黑体" pitchFamily="49" charset="-122"/>
            </a:endParaRP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D015CE42-3E37-8EB5-FBDB-8409B49ABD0C}"/>
              </a:ext>
            </a:extLst>
          </p:cNvPr>
          <p:cNvCxnSpPr>
            <a:cxnSpLocks/>
            <a:stCxn id="22" idx="2"/>
          </p:cNvCxnSpPr>
          <p:nvPr/>
        </p:nvCxnSpPr>
        <p:spPr>
          <a:xfrm flipH="1">
            <a:off x="7176121" y="3952220"/>
            <a:ext cx="1495579" cy="492673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9">
            <a:extLst>
              <a:ext uri="{FF2B5EF4-FFF2-40B4-BE49-F238E27FC236}">
                <a16:creationId xmlns:a16="http://schemas.microsoft.com/office/drawing/2014/main" id="{579FD502-8015-EE41-9F51-5818F54B057A}"/>
              </a:ext>
            </a:extLst>
          </p:cNvPr>
          <p:cNvSpPr txBox="1"/>
          <p:nvPr/>
        </p:nvSpPr>
        <p:spPr>
          <a:xfrm>
            <a:off x="675939" y="4609253"/>
            <a:ext cx="5040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1</a:t>
            </a:r>
          </a:p>
        </p:txBody>
      </p:sp>
      <p:sp>
        <p:nvSpPr>
          <p:cNvPr id="32" name="TextBox 10">
            <a:extLst>
              <a:ext uri="{FF2B5EF4-FFF2-40B4-BE49-F238E27FC236}">
                <a16:creationId xmlns:a16="http://schemas.microsoft.com/office/drawing/2014/main" id="{DA44F51A-46F7-5412-C82C-FEFBDD10D0E4}"/>
              </a:ext>
            </a:extLst>
          </p:cNvPr>
          <p:cNvSpPr txBox="1"/>
          <p:nvPr/>
        </p:nvSpPr>
        <p:spPr>
          <a:xfrm>
            <a:off x="5555704" y="1807626"/>
            <a:ext cx="646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00B0F0"/>
                </a:solidFill>
                <a:latin typeface="Times New Roman" pitchFamily="18" charset="0"/>
                <a:ea typeface="黑体" pitchFamily="49" charset="-122"/>
              </a:rPr>
              <a:t>2</a:t>
            </a:r>
          </a:p>
        </p:txBody>
      </p:sp>
      <p:sp>
        <p:nvSpPr>
          <p:cNvPr id="33" name="TextBox 10">
            <a:extLst>
              <a:ext uri="{FF2B5EF4-FFF2-40B4-BE49-F238E27FC236}">
                <a16:creationId xmlns:a16="http://schemas.microsoft.com/office/drawing/2014/main" id="{D31F12D9-F759-F8CC-3C66-99792317B494}"/>
              </a:ext>
            </a:extLst>
          </p:cNvPr>
          <p:cNvSpPr txBox="1"/>
          <p:nvPr/>
        </p:nvSpPr>
        <p:spPr>
          <a:xfrm>
            <a:off x="6811144" y="3429000"/>
            <a:ext cx="5040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3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41438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0" grpId="0"/>
      <p:bldP spid="22" grpId="0"/>
      <p:bldP spid="24" grpId="0" animBg="1"/>
      <p:bldP spid="32" grpId="0"/>
      <p:bldP spid="3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98EEF-2319-0C5A-23AD-878D6E042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灯片编号占位符 83">
            <a:extLst>
              <a:ext uri="{FF2B5EF4-FFF2-40B4-BE49-F238E27FC236}">
                <a16:creationId xmlns:a16="http://schemas.microsoft.com/office/drawing/2014/main" id="{2DC8478E-23D7-FA3A-3A78-9B6283F46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0C913308-F349-4B6D-A68A-DD1791B4A57B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56" name="页脚占位符 55">
            <a:extLst>
              <a:ext uri="{FF2B5EF4-FFF2-40B4-BE49-F238E27FC236}">
                <a16:creationId xmlns:a16="http://schemas.microsoft.com/office/drawing/2014/main" id="{2D87D986-BABD-039C-0FB7-FB0C72936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zh-CN" altLang="en-US"/>
              <a:t>南京邮电大学</a:t>
            </a:r>
            <a:r>
              <a:rPr lang="en-US" altLang="zh-CN"/>
              <a:t>-</a:t>
            </a:r>
            <a:r>
              <a:rPr lang="zh-CN" altLang="en-US"/>
              <a:t>电工电子实验教学中心</a:t>
            </a:r>
          </a:p>
        </p:txBody>
      </p:sp>
      <p:sp>
        <p:nvSpPr>
          <p:cNvPr id="17" name="标题 16">
            <a:extLst>
              <a:ext uri="{FF2B5EF4-FFF2-40B4-BE49-F238E27FC236}">
                <a16:creationId xmlns:a16="http://schemas.microsoft.com/office/drawing/2014/main" id="{6EA8A7FE-B292-CE63-36C7-3C4CBEF4B612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六、实现电路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D4C64B5E-A5AD-59E0-D877-E021D5832D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2571" y="404664"/>
            <a:ext cx="5722052" cy="3237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5FE8649A-6F1F-2DCF-1B9A-D7929C6220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553" y="4149081"/>
            <a:ext cx="3419475" cy="2543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548C263-FD57-E59A-0D08-90580DB0B96A}"/>
              </a:ext>
            </a:extLst>
          </p:cNvPr>
          <p:cNvSpPr txBox="1"/>
          <p:nvPr/>
        </p:nvSpPr>
        <p:spPr>
          <a:xfrm>
            <a:off x="1448187" y="2142171"/>
            <a:ext cx="25922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选择刚建立的</a:t>
            </a:r>
            <a:r>
              <a:rPr lang="en-US" altLang="zh-CN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.bit</a:t>
            </a:r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文件，不要选错。</a:t>
            </a:r>
            <a:endParaRPr lang="en-US" altLang="zh-CN" dirty="0">
              <a:solidFill>
                <a:srgbClr val="FF0000"/>
              </a:solidFill>
              <a:latin typeface="Times New Roman" pitchFamily="18" charset="0"/>
              <a:ea typeface="黑体" pitchFamily="49" charset="-122"/>
            </a:endParaRPr>
          </a:p>
          <a:p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点击下一步，完成初始化</a:t>
            </a:r>
            <a:endParaRPr lang="en-US" altLang="zh-CN" dirty="0">
              <a:solidFill>
                <a:srgbClr val="FF0000"/>
              </a:solidFill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E901A28-01A5-CF3C-9DA2-394D9DD3FBAF}"/>
              </a:ext>
            </a:extLst>
          </p:cNvPr>
          <p:cNvSpPr/>
          <p:nvPr/>
        </p:nvSpPr>
        <p:spPr>
          <a:xfrm>
            <a:off x="5807968" y="2012282"/>
            <a:ext cx="2808312" cy="2645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itchFamily="18" charset="0"/>
              <a:ea typeface="黑体" pitchFamily="49" charset="-122"/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4A38234D-09A1-431B-57CB-7BA7DFB1E091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4040475" y="2142170"/>
            <a:ext cx="1800202" cy="600166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F9BB4DCC-55E6-4CDA-E462-80551071B939}"/>
              </a:ext>
            </a:extLst>
          </p:cNvPr>
          <p:cNvSpPr/>
          <p:nvPr/>
        </p:nvSpPr>
        <p:spPr>
          <a:xfrm>
            <a:off x="1992673" y="4296762"/>
            <a:ext cx="3490354" cy="12204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10" name="TextBox 11">
            <a:extLst>
              <a:ext uri="{FF2B5EF4-FFF2-40B4-BE49-F238E27FC236}">
                <a16:creationId xmlns:a16="http://schemas.microsoft.com/office/drawing/2014/main" id="{D6B749EC-1634-04B6-764A-789104A48AE0}"/>
              </a:ext>
            </a:extLst>
          </p:cNvPr>
          <p:cNvSpPr txBox="1"/>
          <p:nvPr/>
        </p:nvSpPr>
        <p:spPr>
          <a:xfrm>
            <a:off x="6723670" y="4296762"/>
            <a:ext cx="2828714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B0F0"/>
                </a:solidFill>
                <a:latin typeface="Times New Roman" pitchFamily="18" charset="0"/>
                <a:ea typeface="黑体" pitchFamily="49" charset="-122"/>
              </a:rPr>
              <a:t>右击，选择“</a:t>
            </a:r>
            <a:r>
              <a:rPr lang="en-US" altLang="zh-CN" dirty="0">
                <a:solidFill>
                  <a:srgbClr val="00B0F0"/>
                </a:solidFill>
                <a:latin typeface="Times New Roman" pitchFamily="18" charset="0"/>
                <a:ea typeface="黑体" pitchFamily="49" charset="-122"/>
              </a:rPr>
              <a:t>Program FPGA Only</a:t>
            </a:r>
            <a:r>
              <a:rPr lang="zh-CN" altLang="en-US" dirty="0">
                <a:solidFill>
                  <a:srgbClr val="00B0F0"/>
                </a:solidFill>
                <a:latin typeface="Times New Roman" pitchFamily="18" charset="0"/>
                <a:ea typeface="黑体" pitchFamily="49" charset="-122"/>
              </a:rPr>
              <a:t>”，完成烧录</a:t>
            </a:r>
            <a:endParaRPr lang="en-US" altLang="zh-CN" dirty="0">
              <a:solidFill>
                <a:srgbClr val="00B0F0"/>
              </a:solidFill>
              <a:latin typeface="Times New Roman" pitchFamily="18" charset="0"/>
              <a:ea typeface="黑体" pitchFamily="49" charset="-122"/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2F5258E4-5846-3E7C-218E-FFFF43613043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4439816" y="4619928"/>
            <a:ext cx="2283854" cy="537264"/>
          </a:xfrm>
          <a:prstGeom prst="straightConnector1">
            <a:avLst/>
          </a:prstGeom>
          <a:ln w="28575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5">
            <a:extLst>
              <a:ext uri="{FF2B5EF4-FFF2-40B4-BE49-F238E27FC236}">
                <a16:creationId xmlns:a16="http://schemas.microsoft.com/office/drawing/2014/main" id="{DCDE60EF-B446-D42E-F70D-EE3626727B6A}"/>
              </a:ext>
            </a:extLst>
          </p:cNvPr>
          <p:cNvSpPr txBox="1"/>
          <p:nvPr/>
        </p:nvSpPr>
        <p:spPr>
          <a:xfrm>
            <a:off x="8256240" y="5688141"/>
            <a:ext cx="3326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完成后，在开发板上测试电路功能，将结果与真值表比对。</a:t>
            </a:r>
            <a:endParaRPr lang="en-US" altLang="zh-CN" dirty="0">
              <a:solidFill>
                <a:srgbClr val="FF0000"/>
              </a:solidFill>
              <a:latin typeface="Times New Roman" pitchFamily="18" charset="0"/>
              <a:ea typeface="黑体" pitchFamily="49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52632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2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灯片编号占位符 8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0C913308-F349-4B6D-A68A-DD1791B4A57B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56" name="页脚占位符 5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zh-CN" altLang="en-US"/>
              <a:t>南京邮电大学</a:t>
            </a:r>
            <a:r>
              <a:rPr lang="en-US" altLang="zh-CN"/>
              <a:t>-</a:t>
            </a:r>
            <a:r>
              <a:rPr lang="zh-CN" altLang="en-US"/>
              <a:t>电工电子实验教学中心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600200"/>
            <a:ext cx="5264785" cy="4853305"/>
          </a:xfrm>
        </p:spPr>
        <p:txBody>
          <a:bodyPr>
            <a:noAutofit/>
          </a:bodyPr>
          <a:lstStyle/>
          <a:p>
            <a:pPr indent="-288290" algn="just">
              <a:lnSpc>
                <a:spcPct val="160000"/>
              </a:lnSpc>
              <a:spcBef>
                <a:spcPts val="6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注意事项</a:t>
            </a:r>
            <a:endParaRPr lang="en-US" altLang="zh-CN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994410" indent="-457200" algn="just">
              <a:lnSpc>
                <a:spcPct val="160000"/>
              </a:lnSpc>
              <a:spcBef>
                <a:spcPts val="600"/>
              </a:spcBef>
              <a:buClr>
                <a:schemeClr val="tx2"/>
              </a:buClr>
              <a:buSzPct val="90000"/>
              <a:buFont typeface="+mj-ea"/>
              <a:buAutoNum type="circleNumDbPlain"/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工程文件保存路径和命名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必须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全英文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。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6311900" y="1772920"/>
            <a:ext cx="4944110" cy="4453890"/>
            <a:chOff x="10375" y="3699"/>
            <a:chExt cx="7786" cy="7014"/>
          </a:xfrm>
        </p:grpSpPr>
        <p:pic>
          <p:nvPicPr>
            <p:cNvPr id="1029" name="Picture 5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75" y="3699"/>
              <a:ext cx="7786" cy="70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矩形 3"/>
            <p:cNvSpPr/>
            <p:nvPr/>
          </p:nvSpPr>
          <p:spPr>
            <a:xfrm>
              <a:off x="12177" y="5173"/>
              <a:ext cx="2355" cy="45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12207" y="5636"/>
              <a:ext cx="2355" cy="785"/>
            </a:xfrm>
            <a:prstGeom prst="rect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10627" y="9225"/>
              <a:ext cx="2355" cy="65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灯片编号占位符 8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0C913308-F349-4B6D-A68A-DD1791B4A57B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56" name="页脚占位符 5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zh-CN" altLang="en-US"/>
              <a:t>南京邮电大学</a:t>
            </a:r>
            <a:r>
              <a:rPr lang="en-US" altLang="zh-CN"/>
              <a:t>-</a:t>
            </a:r>
            <a:r>
              <a:rPr lang="zh-CN" altLang="en-US"/>
              <a:t>电工电子实验教学中心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600200"/>
            <a:ext cx="5351145" cy="4853305"/>
          </a:xfrm>
        </p:spPr>
        <p:txBody>
          <a:bodyPr>
            <a:noAutofit/>
          </a:bodyPr>
          <a:lstStyle/>
          <a:p>
            <a:pPr indent="-288290" algn="just">
              <a:lnSpc>
                <a:spcPct val="160000"/>
              </a:lnSpc>
              <a:spcBef>
                <a:spcPts val="6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注意事项</a:t>
            </a:r>
            <a:endParaRPr lang="en-US" altLang="zh-CN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994410" indent="-457200" algn="just">
              <a:lnSpc>
                <a:spcPct val="160000"/>
              </a:lnSpc>
              <a:spcBef>
                <a:spcPts val="600"/>
              </a:spcBef>
              <a:buClr>
                <a:schemeClr val="tx2"/>
              </a:buClr>
              <a:buSzPct val="90000"/>
              <a:buFont typeface="+mj-ea"/>
              <a:buAutoNum type="circleNumDbPlain" startAt="2"/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工程文件选择的开发板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型号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必须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与器件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一致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。</a:t>
            </a:r>
          </a:p>
          <a:p>
            <a:pPr marL="537210" indent="0" algn="just">
              <a:lnSpc>
                <a:spcPct val="160000"/>
              </a:lnSpc>
              <a:spcBef>
                <a:spcPts val="600"/>
              </a:spcBef>
              <a:buClr>
                <a:schemeClr val="tx2"/>
              </a:buClr>
              <a:buSzPct val="90000"/>
              <a:buFont typeface="+mj-ea"/>
              <a:buNone/>
            </a:pP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6599555" y="1844675"/>
            <a:ext cx="5006340" cy="4511040"/>
            <a:chOff x="10393" y="2905"/>
            <a:chExt cx="7884" cy="7104"/>
          </a:xfrm>
        </p:grpSpPr>
        <p:grpSp>
          <p:nvGrpSpPr>
            <p:cNvPr id="2" name="组合 1"/>
            <p:cNvGrpSpPr/>
            <p:nvPr/>
          </p:nvGrpSpPr>
          <p:grpSpPr>
            <a:xfrm>
              <a:off x="10393" y="2905"/>
              <a:ext cx="7884" cy="7104"/>
              <a:chOff x="11187" y="2678"/>
              <a:chExt cx="7884" cy="7104"/>
            </a:xfrm>
          </p:grpSpPr>
          <p:pic>
            <p:nvPicPr>
              <p:cNvPr id="2050" name="Picture 2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187" y="2678"/>
                <a:ext cx="7885" cy="710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5" name="矩形 4"/>
              <p:cNvSpPr/>
              <p:nvPr/>
            </p:nvSpPr>
            <p:spPr>
              <a:xfrm>
                <a:off x="14249" y="4083"/>
                <a:ext cx="4536" cy="4196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6" name="矩形 5"/>
            <p:cNvSpPr/>
            <p:nvPr/>
          </p:nvSpPr>
          <p:spPr>
            <a:xfrm>
              <a:off x="13645" y="5059"/>
              <a:ext cx="2355" cy="785"/>
            </a:xfrm>
            <a:prstGeom prst="rect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灯片编号占位符 8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0C913308-F349-4B6D-A68A-DD1791B4A57B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56" name="页脚占位符 5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zh-CN" altLang="en-US"/>
              <a:t>南京邮电大学</a:t>
            </a:r>
            <a:r>
              <a:rPr lang="en-US" altLang="zh-CN"/>
              <a:t>-</a:t>
            </a:r>
            <a:r>
              <a:rPr lang="zh-CN" altLang="en-US"/>
              <a:t>电工电子实验教学中心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600200"/>
            <a:ext cx="10972165" cy="4853305"/>
          </a:xfrm>
        </p:spPr>
        <p:txBody>
          <a:bodyPr>
            <a:noAutofit/>
          </a:bodyPr>
          <a:lstStyle/>
          <a:p>
            <a:pPr indent="-288290" algn="just">
              <a:lnSpc>
                <a:spcPct val="160000"/>
              </a:lnSpc>
              <a:spcBef>
                <a:spcPts val="6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注意事项</a:t>
            </a:r>
            <a:endParaRPr lang="en-US" altLang="zh-CN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994410" indent="-457200" algn="just">
              <a:lnSpc>
                <a:spcPct val="160000"/>
              </a:lnSpc>
              <a:spcBef>
                <a:spcPts val="600"/>
              </a:spcBef>
              <a:buClr>
                <a:schemeClr val="tx2"/>
              </a:buClr>
              <a:buSzPct val="90000"/>
              <a:buFont typeface="+mj-ea"/>
              <a:buAutoNum type="circleNumDbPlain" startAt="3"/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管脚约束时，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必须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核对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器件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使用手册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端口列表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，注意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特殊管脚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。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325" y="3716655"/>
            <a:ext cx="10547350" cy="17214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>
          <a:xfrm>
            <a:off x="2517775" y="3932555"/>
            <a:ext cx="542925" cy="5803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115425" y="4638040"/>
            <a:ext cx="1507490" cy="6223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3_1"/>
  <p:tag name="KSO_WM_UNIT_ID" val="diagram20230939_5*m_h_f*1_3_1"/>
  <p:tag name="KSO_WM_TEMPLATE_CATEGORY" val="diagram"/>
  <p:tag name="KSO_WM_TEMPLATE_INDEX" val="2023093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19.8999938964844,&quot;left&quot;:23.824960629921257,&quot;top&quot;:175.85126289427754,&quot;width&quot;:911.202598425196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45"/>
  <p:tag name="KSO_WM_UNIT_PRESET_TEXT" val="单击此处从输入你的智能图形项正文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4_1"/>
  <p:tag name="KSO_WM_UNIT_ID" val="diagram20230939_5*m_h_f*1_4_1"/>
  <p:tag name="KSO_WM_TEMPLATE_CATEGORY" val="diagram"/>
  <p:tag name="KSO_WM_TEMPLATE_INDEX" val="2023093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19.8999938964844,&quot;left&quot;:23.824960629921257,&quot;top&quot;:175.85126289427754,&quot;width&quot;:911.202598425196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45"/>
  <p:tag name="KSO_WM_UNIT_PRESET_TEXT" val="单击此处从输入你的智能图形项正文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230939_5*m_h_f*1_1_1"/>
  <p:tag name="KSO_WM_TEMPLATE_CATEGORY" val="diagram"/>
  <p:tag name="KSO_WM_TEMPLATE_INDEX" val="20230939"/>
  <p:tag name="KSO_WM_UNIT_LAYERLEVEL" val="1_1_1"/>
  <p:tag name="KSO_WM_TAG_VERSION" val="3.0"/>
  <p:tag name="KSO_WM_BEAUTIFY_FLAG" val="#wm#"/>
  <p:tag name="KSO_WM_UNIT_VALUE" val="6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19.8999938964844,&quot;left&quot;:23.824960629921257,&quot;top&quot;:175.85126289427754,&quot;width&quot;:911.202598425196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从输入你的智能图形项正文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2_1"/>
  <p:tag name="KSO_WM_UNIT_ID" val="diagram20230939_5*m_h_f*1_2_1"/>
  <p:tag name="KSO_WM_TEMPLATE_CATEGORY" val="diagram"/>
  <p:tag name="KSO_WM_TEMPLATE_INDEX" val="2023093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19.8999938964844,&quot;left&quot;:23.824960629921257,&quot;top&quot;:175.85126289427754,&quot;width&quot;:911.202598425196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45"/>
  <p:tag name="KSO_WM_UNIT_PRESET_TEXT" val="单击此处从输入你的智能图形项正文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3_3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3_3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19.8999938964844,&quot;left&quot;:23.824960629921257,&quot;top&quot;:175.85126289427754,&quot;width&quot;:911.2025984251968}"/>
  <p:tag name="KSO_WM_DIAGRAM_COLOR_MATCH_VALUE" val="{&quot;shape&quot;:{&quot;fill&quot;:{&quot;solid&quot;:{&quot;brightness&quot;:0,&quot;colorType&quot;:1,&quot;foreColorIndex&quot;:7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7"/>
  <p:tag name="KSO_WM_UNI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3_1"/>
  <p:tag name="KSO_WM_TEMPLATE_CATEGORY" val="diagram"/>
  <p:tag name="KSO_WM_TEMPLATE_INDEX" val="20230939"/>
  <p:tag name="KSO_WM_UNIT_LAYERLEVEL" val="1_1_1"/>
  <p:tag name="KSO_WM_TAG_VERSION" val="3.0"/>
  <p:tag name="KSO_WM_UNIT_ISCONTENTSTITLE" val="0"/>
  <p:tag name="KSO_WM_UNIT_ISNUMDGMTITLE" val="0"/>
  <p:tag name="KSO_WM_UNIT_NOCLEAR" val="0"/>
  <p:tag name="KSO_WM_UNIT_TYPE" val="m_h_i"/>
  <p:tag name="KSO_WM_UNIT_INDEX" val="1_3_1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19.8999938964844,&quot;left&quot;:23.824960629921257,&quot;top&quot;:175.85126289427754,&quot;width&quot;:911.2025984251968}"/>
  <p:tag name="KSO_WM_DIAGRAM_COLOR_MATCH_VALUE" val="{&quot;shape&quot;:{&quot;fill&quot;:{&quot;solid&quot;:{&quot;brightness&quot;:0,&quot;colorType&quot;:1,&quot;foreColorIndex&quot;:7,&quot;transparency&quot;:0},&quot;type&quot;:1},&quot;glow&quot;:{&quot;colorType&quot;:0},&quot;line&quot;:{&quot;type&quot;:0},&quot;shadow&quot;:{&quot;brightness&quot;:0.800000011920929,&quot;colorType&quot;:1,&quot;foreColorIndex&quot;:7,&quot;transparency&quot;:0.400000005960464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7"/>
  <p:tag name="KSO_WM_UNIT_FILL_FORE_SCHEMECOLOR_INDEX_BRIGHTNESS" val="0"/>
  <p:tag name="KSO_WM_UNIT_SHADOW_SCHEMECOLOR_INDEX" val="7"/>
  <p:tag name="KSO_WM_UNIT_USESOURCEFORMAT_APPLY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3_4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3_4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19.8999938964844,&quot;left&quot;:23.824960629921257,&quot;top&quot;:175.85126289427754,&quot;width&quot;:911.2025984251968}"/>
  <p:tag name="KSO_WM_DIAGRAM_COLOR_MATCH_VALUE" val="{&quot;shape&quot;:{&quot;fill&quot;:{&quot;type&quot;:0},&quot;glow&quot;:{&quot;colorType&quot;:0},&quot;line&quot;:{&quot;gradient&quot;:[{&quot;brightness&quot;:0,&quot;colorType&quot;:2,&quot;pos&quot;:0,&quot;rgb&quot;:&quot;#ffffff&quot;,&quot;transparency&quot;:0.550000011920929},{&quot;brightness&quot;:0,&quot;colorType&quot;:2,&quot;pos&quot;:1,&quot;rgb&quot;:&quot;#ffffff&quot;,&quot;transparency&quot;:0.550000011920929},{&quot;brightness&quot;:0,&quot;colorType&quot;:2,&quot;pos&quot;:0.75,&quot;rgb&quot;:&quot;#ffffff&quot;,&quot;transparency&quot;:1},{&quot;brightness&quot;:0,&quot;colorType&quot;:2,&quot;pos&quot;:0.25,&quot;rgb&quot;:&quot;#ffffff&quot;,&quot;transparency&quot;:1}],&quot;type&quot;:2},&quot;shadow&quot;:{&quot;brightness&quot;:-0.25,&quot;colorType&quot;:1,&quot;foreColorIndex&quot;:7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7"/>
  <p:tag name="KSO_WM_UNIT_TEXT_FILL_FORE_SCHEMECOLOR_INDEX" val="2"/>
  <p:tag name="KSO_WM_UNIT_TEXT_FILL_TYPE" val="1"/>
  <p:tag name="KSO_WM_UNIT_USESOURCEFORMAT_APPLY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3_2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3_2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19.8999938964844,&quot;left&quot;:23.824960629921257,&quot;top&quot;:175.85126289427754,&quot;width&quot;:911.2025984251968}"/>
  <p:tag name="KSO_WM_DIAGRAM_COLOR_MATCH_VALUE" val="{&quot;shape&quot;:{&quot;fill&quot;:{&quot;type&quot;:0},&quot;glow&quot;:{&quot;colorType&quot;:0},&quot;line&quot;:{&quot;solidLine&quot;:{&quot;brightness&quot;:0,&quot;colorType&quot;:1,&quot;foreColorIndex&quot;:7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7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4_3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4_3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19.8999938964844,&quot;left&quot;:23.824960629921257,&quot;top&quot;:175.85126289427754,&quot;width&quot;:911.2025984251968}"/>
  <p:tag name="KSO_WM_DIAGRAM_COLOR_MATCH_VALUE" val="{&quot;shape&quot;:{&quot;fill&quot;:{&quot;solid&quot;:{&quot;brightness&quot;:0,&quot;colorType&quot;:1,&quot;foreColorIndex&quot;:8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8"/>
  <p:tag name="KSO_WM_UNI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4_1"/>
  <p:tag name="KSO_WM_TEMPLATE_CATEGORY" val="diagram"/>
  <p:tag name="KSO_WM_TEMPLATE_INDEX" val="20230939"/>
  <p:tag name="KSO_WM_UNIT_LAYERLEVEL" val="1_1_1"/>
  <p:tag name="KSO_WM_TAG_VERSION" val="3.0"/>
  <p:tag name="KSO_WM_UNIT_ISCONTENTSTITLE" val="0"/>
  <p:tag name="KSO_WM_UNIT_ISNUMDGMTITLE" val="0"/>
  <p:tag name="KSO_WM_UNIT_NOCLEAR" val="0"/>
  <p:tag name="KSO_WM_UNIT_TYPE" val="m_h_i"/>
  <p:tag name="KSO_WM_UNIT_INDEX" val="1_4_1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19.8999938964844,&quot;left&quot;:23.824960629921257,&quot;top&quot;:175.85126289427754,&quot;width&quot;:911.2025984251968}"/>
  <p:tag name="KSO_WM_DIAGRAM_COLOR_MATCH_VALUE" val="{&quot;shape&quot;:{&quot;fill&quot;:{&quot;solid&quot;:{&quot;brightness&quot;:0,&quot;colorType&quot;:1,&quot;foreColorIndex&quot;:8,&quot;transparency&quot;:0},&quot;type&quot;:1},&quot;glow&quot;:{&quot;colorType&quot;:0},&quot;line&quot;:{&quot;type&quot;:0},&quot;shadow&quot;:{&quot;brightness&quot;:0.800000011920929,&quot;colorType&quot;:1,&quot;foreColorIndex&quot;:8,&quot;transparency&quot;:0.400000005960464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8"/>
  <p:tag name="KSO_WM_UNIT_FILL_FORE_SCHEMECOLOR_INDEX_BRIGHTNESS" val="0"/>
  <p:tag name="KSO_WM_UNIT_SHADOW_SCHEMECOLOR_INDEX" val="8"/>
  <p:tag name="KSO_WM_UNIT_USESOURCEFORMAT_APPLY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4_4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4_4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19.8999938964844,&quot;left&quot;:23.824960629921257,&quot;top&quot;:175.85126289427754,&quot;width&quot;:911.2025984251968}"/>
  <p:tag name="KSO_WM_DIAGRAM_COLOR_MATCH_VALUE" val="{&quot;shape&quot;:{&quot;fill&quot;:{&quot;type&quot;:0},&quot;glow&quot;:{&quot;colorType&quot;:0},&quot;line&quot;:{&quot;gradient&quot;:[{&quot;brightness&quot;:0,&quot;colorType&quot;:2,&quot;pos&quot;:0,&quot;rgb&quot;:&quot;#ffffff&quot;,&quot;transparency&quot;:0.550000011920929},{&quot;brightness&quot;:0,&quot;colorType&quot;:2,&quot;pos&quot;:1,&quot;rgb&quot;:&quot;#ffffff&quot;,&quot;transparency&quot;:0.550000011920929},{&quot;brightness&quot;:0,&quot;colorType&quot;:2,&quot;pos&quot;:0.75,&quot;rgb&quot;:&quot;#ffffff&quot;,&quot;transparency&quot;:1},{&quot;brightness&quot;:0,&quot;colorType&quot;:2,&quot;pos&quot;:0.25,&quot;rgb&quot;:&quot;#ffffff&quot;,&quot;transparency&quot;:1}],&quot;type&quot;:2},&quot;shadow&quot;:{&quot;brightness&quot;:-0.25,&quot;colorType&quot;:1,&quot;foreColorIndex&quot;:8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8"/>
  <p:tag name="KSO_WM_UNIT_TEXT_FILL_FORE_SCHEMECOLOR_INDEX" val="2"/>
  <p:tag name="KSO_WM_UNIT_TEXT_FILL_TYPE" val="1"/>
  <p:tag name="KSO_WM_UNIT_USESOURCEFORMAT_APPLY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4_2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4_2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19.8999938964844,&quot;left&quot;:23.824960629921257,&quot;top&quot;:175.85126289427754,&quot;width&quot;:911.2025984251968}"/>
  <p:tag name="KSO_WM_DIAGRAM_COLOR_MATCH_VALUE" val="{&quot;shape&quot;:{&quot;fill&quot;:{&quot;type&quot;:0},&quot;glow&quot;:{&quot;colorType&quot;:0},&quot;line&quot;:{&quot;solidLine&quot;:{&quot;brightness&quot;:0,&quot;colorType&quot;:1,&quot;foreColorIndex&quot;:8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8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1_3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1_3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19.8999938964844,&quot;left&quot;:23.824960629921257,&quot;top&quot;:175.85126289427754,&quot;width&quot;:911.2025984251968}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1_1"/>
  <p:tag name="KSO_WM_TEMPLATE_CATEGORY" val="diagram"/>
  <p:tag name="KSO_WM_TEMPLATE_INDEX" val="20230939"/>
  <p:tag name="KSO_WM_UNIT_LAYERLEVEL" val="1_1_1"/>
  <p:tag name="KSO_WM_TAG_VERSION" val="3.0"/>
  <p:tag name="KSO_WM_UNIT_ISCONTENTSTITLE" val="0"/>
  <p:tag name="KSO_WM_UNIT_ISNUMDGMTITLE" val="0"/>
  <p:tag name="KSO_WM_UNIT_NOCLEAR" val="0"/>
  <p:tag name="KSO_WM_UNIT_TYPE" val="m_h_i"/>
  <p:tag name="KSO_WM_UNIT_INDEX" val="1_1_1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19.8999938964844,&quot;left&quot;:23.824960629921257,&quot;top&quot;:175.85126289427754,&quot;width&quot;:911.202598425196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.800000011920929,&quot;colorType&quot;:1,&quot;foreColorIndex&quot;:5,&quot;transparency&quot;:0.400000005960464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SHADOW_SCHEMECOLOR_INDEX" val="5"/>
  <p:tag name="KSO_WM_UNIT_USESOURCEFORMAT_APPLY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1_4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1_4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19.8999938964844,&quot;left&quot;:23.824960629921257,&quot;top&quot;:175.85126289427754,&quot;width&quot;:911.2025984251968}"/>
  <p:tag name="KSO_WM_DIAGRAM_COLOR_MATCH_VALUE" val="{&quot;shape&quot;:{&quot;fill&quot;:{&quot;type&quot;:0},&quot;glow&quot;:{&quot;colorType&quot;:0},&quot;line&quot;:{&quot;gradient&quot;:[{&quot;brightness&quot;:0,&quot;colorType&quot;:2,&quot;pos&quot;:0,&quot;rgb&quot;:&quot;#ffffff&quot;,&quot;transparency&quot;:0.550000011920929},{&quot;brightness&quot;:0,&quot;colorType&quot;:2,&quot;pos&quot;:1,&quot;rgb&quot;:&quot;#ffffff&quot;,&quot;transparency&quot;:0.550000011920929},{&quot;brightness&quot;:0,&quot;colorType&quot;:2,&quot;pos&quot;:0.75,&quot;rgb&quot;:&quot;#ffffff&quot;,&quot;transparency&quot;:1},{&quot;brightness&quot;:0,&quot;colorType&quot;:2,&quot;pos&quot;:0.25,&quot;rgb&quot;:&quot;#ffffff&quot;,&quot;transparency&quot;:1}],&quot;type&quot;:2},&quot;shadow&quot;:{&quot;brightness&quot;:-0.25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5"/>
  <p:tag name="KSO_WM_UNIT_TEXT_FILL_FORE_SCHEMECOLOR_INDEX" val="2"/>
  <p:tag name="KSO_WM_UNIT_TEXT_FILL_TYPE" val="1"/>
  <p:tag name="KSO_WM_UNIT_USESOURCEFORMAT_APPLY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1_2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1_2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19.8999938964844,&quot;left&quot;:23.824960629921257,&quot;top&quot;:175.85126289427754,&quot;width&quot;:911.202598425196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2_3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2_3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19.8999938964844,&quot;left&quot;:23.824960629921257,&quot;top&quot;:175.85126289427754,&quot;width&quot;:911.2025984251968}"/>
  <p:tag name="KSO_WM_DIAGRAM_COLOR_MATCH_VALUE" val="{&quot;shape&quot;:{&quot;fill&quot;:{&quot;solid&quot;:{&quot;brightness&quot;:0,&quot;colorType&quot;:1,&quot;foreColorIndex&quot;:6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6"/>
  <p:tag name="KSO_WM_UNI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2_1"/>
  <p:tag name="KSO_WM_TEMPLATE_CATEGORY" val="diagram"/>
  <p:tag name="KSO_WM_TEMPLATE_INDEX" val="20230939"/>
  <p:tag name="KSO_WM_UNIT_LAYERLEVEL" val="1_1_1"/>
  <p:tag name="KSO_WM_TAG_VERSION" val="3.0"/>
  <p:tag name="KSO_WM_UNIT_ISCONTENTSTITLE" val="0"/>
  <p:tag name="KSO_WM_UNIT_ISNUMDGMTITLE" val="0"/>
  <p:tag name="KSO_WM_UNIT_NOCLEAR" val="0"/>
  <p:tag name="KSO_WM_UNIT_TYPE" val="m_h_i"/>
  <p:tag name="KSO_WM_UNIT_INDEX" val="1_2_1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19.8999938964844,&quot;left&quot;:23.824960629921257,&quot;top&quot;:175.85126289427754,&quot;width&quot;:911.2025984251968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brightness&quot;:0.800000011920929,&quot;colorType&quot;:1,&quot;foreColorIndex&quot;:6,&quot;transparency&quot;:0.400000005960464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6"/>
  <p:tag name="KSO_WM_UNIT_FILL_FORE_SCHEMECOLOR_INDEX_BRIGHTNESS" val="0"/>
  <p:tag name="KSO_WM_UNIT_SHADOW_SCHEMECOLOR_INDEX" val="6"/>
  <p:tag name="KSO_WM_UNIT_USESOURCEFORMAT_APPLY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2_4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2_4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19.8999938964844,&quot;left&quot;:23.824960629921257,&quot;top&quot;:175.85126289427754,&quot;width&quot;:911.2025984251968}"/>
  <p:tag name="KSO_WM_DIAGRAM_COLOR_MATCH_VALUE" val="{&quot;shape&quot;:{&quot;fill&quot;:{&quot;type&quot;:0},&quot;glow&quot;:{&quot;colorType&quot;:0},&quot;line&quot;:{&quot;gradient&quot;:[{&quot;brightness&quot;:0,&quot;colorType&quot;:2,&quot;pos&quot;:0,&quot;rgb&quot;:&quot;#ffffff&quot;,&quot;transparency&quot;:0.550000011920929},{&quot;brightness&quot;:0,&quot;colorType&quot;:2,&quot;pos&quot;:1,&quot;rgb&quot;:&quot;#ffffff&quot;,&quot;transparency&quot;:0.550000011920929},{&quot;brightness&quot;:0,&quot;colorType&quot;:2,&quot;pos&quot;:0.75,&quot;rgb&quot;:&quot;#ffffff&quot;,&quot;transparency&quot;:1},{&quot;brightness&quot;:0,&quot;colorType&quot;:2,&quot;pos&quot;:0.25,&quot;rgb&quot;:&quot;#ffffff&quot;,&quot;transparency&quot;:1}],&quot;type&quot;:2},&quot;shadow&quot;:{&quot;brightness&quot;:-0.25,&quot;colorType&quot;:1,&quot;foreColorIndex&quot;:6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6"/>
  <p:tag name="KSO_WM_UNIT_TEXT_FILL_FORE_SCHEMECOLOR_INDEX" val="2"/>
  <p:tag name="KSO_WM_UNIT_TEXT_FILL_TYPE" val="1"/>
  <p:tag name="KSO_WM_UNIT_USESOURCEFORMAT_APPLY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2_2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2_2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19.8999938964844,&quot;left&quot;:23.824960629921257,&quot;top&quot;:175.85126289427754,&quot;width&quot;:911.2025984251968}"/>
  <p:tag name="KSO_WM_DIAGRAM_COLOR_MATCH_VALUE" val="{&quot;shape&quot;:{&quot;fill&quot;:{&quot;type&quot;:0},&quot;glow&quot;:{&quot;colorType&quot;:0},&quot;line&quot;:{&quot;solidLine&quot;:{&quot;brightness&quot;:0,&quot;colorType&quot;:1,&quot;foreColorIndex&quot;:6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6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5_1"/>
  <p:tag name="KSO_WM_UNIT_ID" val="diagram20230939_5*m_h_f*1_5_1"/>
  <p:tag name="KSO_WM_TEMPLATE_CATEGORY" val="diagram"/>
  <p:tag name="KSO_WM_TEMPLATE_INDEX" val="2023093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19.8999938964844,&quot;left&quot;:23.824960629921257,&quot;top&quot;:175.85126289427754,&quot;width&quot;:911.202598425196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45"/>
  <p:tag name="KSO_WM_UNIT_PRESET_TEXT" val="单击此处从输入你的智能图形项正文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5_3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5_3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19.8999938964844,&quot;left&quot;:23.824960629921257,&quot;top&quot;:175.85126289427754,&quot;width&quot;:911.2025984251968}"/>
  <p:tag name="KSO_WM_DIAGRAM_COLOR_MATCH_VALUE" val="{&quot;shape&quot;:{&quot;fill&quot;:{&quot;solid&quot;:{&quot;brightness&quot;:0,&quot;colorType&quot;:1,&quot;foreColorIndex&quot;:9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9"/>
  <p:tag name="KSO_WM_UNI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5_1"/>
  <p:tag name="KSO_WM_TEMPLATE_CATEGORY" val="diagram"/>
  <p:tag name="KSO_WM_TEMPLATE_INDEX" val="20230939"/>
  <p:tag name="KSO_WM_UNIT_LAYERLEVEL" val="1_1_1"/>
  <p:tag name="KSO_WM_TAG_VERSION" val="3.0"/>
  <p:tag name="KSO_WM_UNIT_ISCONTENTSTITLE" val="0"/>
  <p:tag name="KSO_WM_UNIT_ISNUMDGMTITLE" val="0"/>
  <p:tag name="KSO_WM_UNIT_NOCLEAR" val="0"/>
  <p:tag name="KSO_WM_UNIT_TYPE" val="m_h_i"/>
  <p:tag name="KSO_WM_UNIT_INDEX" val="1_5_1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19.8999938964844,&quot;left&quot;:23.824960629921257,&quot;top&quot;:175.85126289427754,&quot;width&quot;:911.2025984251968}"/>
  <p:tag name="KSO_WM_DIAGRAM_COLOR_MATCH_VALUE" val="{&quot;shape&quot;:{&quot;fill&quot;:{&quot;solid&quot;:{&quot;brightness&quot;:0,&quot;colorType&quot;:1,&quot;foreColorIndex&quot;:9,&quot;transparency&quot;:0},&quot;type&quot;:1},&quot;glow&quot;:{&quot;colorType&quot;:0},&quot;line&quot;:{&quot;type&quot;:0},&quot;shadow&quot;:{&quot;brightness&quot;:0.800000011920929,&quot;colorType&quot;:1,&quot;foreColorIndex&quot;:5,&quot;transparency&quot;:0.400000005960464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9"/>
  <p:tag name="KSO_WM_UNIT_FILL_FORE_SCHEMECOLOR_INDEX_BRIGHTNESS" val="0"/>
  <p:tag name="KSO_WM_UNIT_SHADOW_SCHEMECOLOR_INDEX" val="5"/>
  <p:tag name="KSO_WM_UNIT_USESOURCEFORMAT_APPLY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5_4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5_4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19.8999938964844,&quot;left&quot;:23.824960629921257,&quot;top&quot;:175.85126289427754,&quot;width&quot;:911.2025984251968}"/>
  <p:tag name="KSO_WM_DIAGRAM_COLOR_MATCH_VALUE" val="{&quot;shape&quot;:{&quot;fill&quot;:{&quot;type&quot;:0},&quot;glow&quot;:{&quot;colorType&quot;:0},&quot;line&quot;:{&quot;gradient&quot;:[{&quot;brightness&quot;:0,&quot;colorType&quot;:2,&quot;pos&quot;:0,&quot;rgb&quot;:&quot;#ffffff&quot;,&quot;transparency&quot;:0.550000011920929},{&quot;brightness&quot;:0,&quot;colorType&quot;:2,&quot;pos&quot;:1,&quot;rgb&quot;:&quot;#ffffff&quot;,&quot;transparency&quot;:0.550000011920929},{&quot;brightness&quot;:0,&quot;colorType&quot;:2,&quot;pos&quot;:0.75,&quot;rgb&quot;:&quot;#ffffff&quot;,&quot;transparency&quot;:1},{&quot;brightness&quot;:0,&quot;colorType&quot;:2,&quot;pos&quot;:0.25,&quot;rgb&quot;:&quot;#ffffff&quot;,&quot;transparency&quot;:1}],&quot;type&quot;:2},&quot;shadow&quot;:{&quot;brightness&quot;:-0.25,&quot;colorType&quot;:1,&quot;foreColorIndex&quot;:9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9"/>
  <p:tag name="KSO_WM_UNIT_TEXT_FILL_FORE_SCHEMECOLOR_INDEX" val="2"/>
  <p:tag name="KSO_WM_UNIT_TEXT_FILL_TYPE" val="1"/>
  <p:tag name="KSO_WM_UNIT_USESOURCEFORMAT_APPLY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5_2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5_2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19.8999938964844,&quot;left&quot;:23.824960629921257,&quot;top&quot;:175.85126289427754,&quot;width&quot;:911.2025984251968}"/>
  <p:tag name="KSO_WM_DIAGRAM_COLOR_MATCH_VALUE" val="{&quot;shape&quot;:{&quot;fill&quot;:{&quot;type&quot;:0},&quot;glow&quot;:{&quot;colorType&quot;:0},&quot;line&quot;:{&quot;solidLine&quot;:{&quot;brightness&quot;:0,&quot;colorType&quot;:1,&quot;foreColorIndex&quot;:9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9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6_3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6_3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19.8999938964844,&quot;left&quot;:23.824960629921257,&quot;top&quot;:175.85126289427754,&quot;width&quot;:911.2025984251968}"/>
  <p:tag name="KSO_WM_DIAGRAM_COLOR_MATCH_VALUE" val="{&quot;shape&quot;:{&quot;fill&quot;:{&quot;solid&quot;:{&quot;brightness&quot;:0,&quot;colorType&quot;:1,&quot;foreColorIndex&quot;:10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0"/>
  <p:tag name="KSO_WM_UNI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6_1"/>
  <p:tag name="KSO_WM_TEMPLATE_CATEGORY" val="diagram"/>
  <p:tag name="KSO_WM_TEMPLATE_INDEX" val="20230939"/>
  <p:tag name="KSO_WM_UNIT_LAYERLEVEL" val="1_1_1"/>
  <p:tag name="KSO_WM_TAG_VERSION" val="3.0"/>
  <p:tag name="KSO_WM_UNIT_ISCONTENTSTITLE" val="0"/>
  <p:tag name="KSO_WM_UNIT_ISNUMDGMTITLE" val="0"/>
  <p:tag name="KSO_WM_UNIT_NOCLEAR" val="0"/>
  <p:tag name="KSO_WM_UNIT_TYPE" val="m_h_i"/>
  <p:tag name="KSO_WM_UNIT_INDEX" val="1_6_1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19.8999938964844,&quot;left&quot;:23.824960629921257,&quot;top&quot;:175.85126289427754,&quot;width&quot;:911.2025984251968}"/>
  <p:tag name="KSO_WM_DIAGRAM_COLOR_MATCH_VALUE" val="{&quot;shape&quot;:{&quot;fill&quot;:{&quot;solid&quot;:{&quot;brightness&quot;:0,&quot;colorType&quot;:1,&quot;foreColorIndex&quot;:10,&quot;transparency&quot;:0},&quot;type&quot;:1},&quot;glow&quot;:{&quot;colorType&quot;:0},&quot;line&quot;:{&quot;type&quot;:0},&quot;shadow&quot;:{&quot;brightness&quot;:0.800000011920929,&quot;colorType&quot;:1,&quot;foreColorIndex&quot;:8,&quot;transparency&quot;:0.400000005960464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0"/>
  <p:tag name="KSO_WM_UNIT_FILL_FORE_SCHEMECOLOR_INDEX_BRIGHTNESS" val="0"/>
  <p:tag name="KSO_WM_UNIT_SHADOW_SCHEMECOLOR_INDEX" val="8"/>
  <p:tag name="KSO_WM_UNIT_USESOURCEFORMAT_APPLY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6_4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6_4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19.8999938964844,&quot;left&quot;:23.824960629921257,&quot;top&quot;:175.85126289427754,&quot;width&quot;:911.2025984251968}"/>
  <p:tag name="KSO_WM_DIAGRAM_COLOR_MATCH_VALUE" val="{&quot;shape&quot;:{&quot;fill&quot;:{&quot;type&quot;:0},&quot;glow&quot;:{&quot;colorType&quot;:0},&quot;line&quot;:{&quot;gradient&quot;:[{&quot;brightness&quot;:0,&quot;colorType&quot;:2,&quot;pos&quot;:0,&quot;rgb&quot;:&quot;#ffffff&quot;,&quot;transparency&quot;:0.550000011920929},{&quot;brightness&quot;:0,&quot;colorType&quot;:2,&quot;pos&quot;:1,&quot;rgb&quot;:&quot;#ffffff&quot;,&quot;transparency&quot;:0.550000011920929},{&quot;brightness&quot;:0,&quot;colorType&quot;:2,&quot;pos&quot;:0.75,&quot;rgb&quot;:&quot;#ffffff&quot;,&quot;transparency&quot;:1},{&quot;brightness&quot;:0,&quot;colorType&quot;:2,&quot;pos&quot;:0.25,&quot;rgb&quot;:&quot;#ffffff&quot;,&quot;transparency&quot;:1}],&quot;type&quot;:2},&quot;shadow&quot;:{&quot;brightness&quot;:-0.25,&quot;colorType&quot;:1,&quot;foreColorIndex&quot;:10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10"/>
  <p:tag name="KSO_WM_UNIT_TEXT_FILL_FORE_SCHEMECOLOR_INDEX" val="2"/>
  <p:tag name="KSO_WM_UNIT_TEXT_FILL_TYPE" val="1"/>
  <p:tag name="KSO_WM_UNIT_USESOURCEFORMAT_APPLY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6_2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6_2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19.8999938964844,&quot;left&quot;:23.824960629921257,&quot;top&quot;:175.85126289427754,&quot;width&quot;:911.2025984251968}"/>
  <p:tag name="KSO_WM_DIAGRAM_COLOR_MATCH_VALUE" val="{&quot;shape&quot;:{&quot;fill&quot;:{&quot;type&quot;:0},&quot;glow&quot;:{&quot;colorType&quot;:0},&quot;line&quot;:{&quot;solidLine&quot;:{&quot;brightness&quot;:0,&quot;colorType&quot;:1,&quot;foreColorIndex&quot;:10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10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6_1"/>
  <p:tag name="KSO_WM_UNIT_ID" val="diagram20230939_5*m_h_f*1_6_1"/>
  <p:tag name="KSO_WM_TEMPLATE_CATEGORY" val="diagram"/>
  <p:tag name="KSO_WM_TEMPLATE_INDEX" val="2023093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19.8999938964844,&quot;left&quot;:23.824960629921257,&quot;top&quot;:175.85126289427754,&quot;width&quot;:911.202598425196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45"/>
  <p:tag name="KSO_WM_UNIT_PRESET_TEXT" val="单击此处从输入你的智能图形项正文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x*1_1_1"/>
  <p:tag name="KSO_WM_TEMPLATE_CATEGORY" val="diagram"/>
  <p:tag name="KSO_WM_TEMPLATE_INDEX" val="2023093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VALUE" val="65*60"/>
  <p:tag name="KSO_WM_UNIT_TYPE" val="m_h_x"/>
  <p:tag name="KSO_WM_UNIT_INDEX" val="1_1_1"/>
  <p:tag name="KSO_WM_DIAGRAM_MAX_ITEMCNT" val="6"/>
  <p:tag name="KSO_WM_DIAGRAM_MIN_ITEMCNT" val="2"/>
  <p:tag name="KSO_WM_DIAGRAM_VIRTUALLY_FRAME" val="{&quot;height&quot;:319.8999938964844,&quot;left&quot;:23.824960629921257,&quot;top&quot;:175.85126289427754,&quot;width&quot;:911.2025984251968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1_1"/>
  <p:tag name="KSO_WM_UNIT_ID" val="diagram20230939_5*m_h_a*1_1_1"/>
  <p:tag name="KSO_WM_TEMPLATE_CATEGORY" val="diagram"/>
  <p:tag name="KSO_WM_TEMPLATE_INDEX" val="20230939"/>
  <p:tag name="KSO_WM_UNIT_LAYERLEVEL" val="1_1_1"/>
  <p:tag name="KSO_WM_TAG_VERSION" val="3.0"/>
  <p:tag name="KSO_WM_BEAUTIFY_FLAG" val="#wm#"/>
  <p:tag name="KSO_WM_DIAGRAM_GROUP_CODE" val="m1-1"/>
  <p:tag name="KSO_WM_DIAGRAM_VERSION" val="3"/>
  <p:tag name="KSO_WM_DIAGRAM_COLOR_TRICK" val="4"/>
  <p:tag name="KSO_WM_DIAGRAM_COLOR_TEXT_CAN_REMOVE" val="n"/>
  <p:tag name="KSO_WM_UNIT_TEXT_FILL_TYPE" val="1"/>
  <p:tag name="KSO_WM_DIAGRAM_MAX_ITEMCNT" val="6"/>
  <p:tag name="KSO_WM_DIAGRAM_MIN_ITEMCNT" val="2"/>
  <p:tag name="KSO_WM_DIAGRAM_VIRTUALLY_FRAME" val="{&quot;height&quot;:319.8999938964844,&quot;left&quot;:23.824960629921257,&quot;top&quot;:175.85126289427754,&quot;width&quot;:911.202598425196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TYPE" val="1"/>
  <p:tag name="KSO_WM_UNIT_USESOURCEFORMAT_APPLY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x*1_2_1"/>
  <p:tag name="KSO_WM_TEMPLATE_CATEGORY" val="diagram"/>
  <p:tag name="KSO_WM_TEMPLATE_INDEX" val="2023093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VALUE" val="69*58"/>
  <p:tag name="KSO_WM_UNIT_TYPE" val="m_h_x"/>
  <p:tag name="KSO_WM_UNIT_INDEX" val="1_2_1"/>
  <p:tag name="KSO_WM_DIAGRAM_MAX_ITEMCNT" val="6"/>
  <p:tag name="KSO_WM_DIAGRAM_MIN_ITEMCNT" val="2"/>
  <p:tag name="KSO_WM_DIAGRAM_VIRTUALLY_FRAME" val="{&quot;height&quot;:319.8999938964844,&quot;left&quot;:23.824960629921257,&quot;top&quot;:175.85126289427754,&quot;width&quot;:911.2025984251968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2_1"/>
  <p:tag name="KSO_WM_UNIT_ID" val="diagram20230939_5*m_h_a*1_2_1"/>
  <p:tag name="KSO_WM_TEMPLATE_CATEGORY" val="diagram"/>
  <p:tag name="KSO_WM_TEMPLATE_INDEX" val="20230939"/>
  <p:tag name="KSO_WM_UNIT_LAYERLEVEL" val="1_1_1"/>
  <p:tag name="KSO_WM_TAG_VERSION" val="3.0"/>
  <p:tag name="KSO_WM_BEAUTIFY_FLAG" val="#wm#"/>
  <p:tag name="KSO_WM_DIAGRAM_GROUP_CODE" val="m1-1"/>
  <p:tag name="KSO_WM_DIAGRAM_VERSION" val="3"/>
  <p:tag name="KSO_WM_DIAGRAM_COLOR_TRICK" val="4"/>
  <p:tag name="KSO_WM_DIAGRAM_COLOR_TEXT_CAN_REMOVE" val="n"/>
  <p:tag name="KSO_WM_UNIT_TEXT_FILL_TYPE" val="1"/>
  <p:tag name="KSO_WM_DIAGRAM_MAX_ITEMCNT" val="6"/>
  <p:tag name="KSO_WM_DIAGRAM_MIN_ITEMCNT" val="2"/>
  <p:tag name="KSO_WM_DIAGRAM_VIRTUALLY_FRAME" val="{&quot;height&quot;:319.8999938964844,&quot;left&quot;:23.824960629921257,&quot;top&quot;:175.85126289427754,&quot;width&quot;:911.202598425196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TYPE" val="1"/>
  <p:tag name="KSO_WM_UNIT_USESOURCEFORMAT_APPLY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x*1_3_1"/>
  <p:tag name="KSO_WM_TEMPLATE_CATEGORY" val="diagram"/>
  <p:tag name="KSO_WM_TEMPLATE_INDEX" val="2023093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VALUE" val="64*69"/>
  <p:tag name="KSO_WM_UNIT_TYPE" val="m_h_x"/>
  <p:tag name="KSO_WM_UNIT_INDEX" val="1_3_1"/>
  <p:tag name="KSO_WM_DIAGRAM_MAX_ITEMCNT" val="6"/>
  <p:tag name="KSO_WM_DIAGRAM_MIN_ITEMCNT" val="2"/>
  <p:tag name="KSO_WM_DIAGRAM_VIRTUALLY_FRAME" val="{&quot;height&quot;:319.8999938964844,&quot;left&quot;:23.824960629921257,&quot;top&quot;:175.85126289427754,&quot;width&quot;:911.2025984251968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3_1"/>
  <p:tag name="KSO_WM_UNIT_ID" val="diagram20230939_5*m_h_a*1_3_1"/>
  <p:tag name="KSO_WM_TEMPLATE_CATEGORY" val="diagram"/>
  <p:tag name="KSO_WM_TEMPLATE_INDEX" val="20230939"/>
  <p:tag name="KSO_WM_UNIT_LAYERLEVEL" val="1_1_1"/>
  <p:tag name="KSO_WM_TAG_VERSION" val="3.0"/>
  <p:tag name="KSO_WM_BEAUTIFY_FLAG" val="#wm#"/>
  <p:tag name="KSO_WM_DIAGRAM_GROUP_CODE" val="m1-1"/>
  <p:tag name="KSO_WM_DIAGRAM_VERSION" val="3"/>
  <p:tag name="KSO_WM_DIAGRAM_COLOR_TRICK" val="4"/>
  <p:tag name="KSO_WM_DIAGRAM_COLOR_TEXT_CAN_REMOVE" val="n"/>
  <p:tag name="KSO_WM_UNIT_TEXT_FILL_TYPE" val="1"/>
  <p:tag name="KSO_WM_DIAGRAM_MAX_ITEMCNT" val="6"/>
  <p:tag name="KSO_WM_DIAGRAM_MIN_ITEMCNT" val="2"/>
  <p:tag name="KSO_WM_DIAGRAM_VIRTUALLY_FRAME" val="{&quot;height&quot;:319.8999938964844,&quot;left&quot;:23.824960629921257,&quot;top&quot;:175.85126289427754,&quot;width&quot;:911.202598425196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TYPE" val="1"/>
  <p:tag name="KSO_WM_UNIT_USESOURCEFORMAT_APPLY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x*1_4_1"/>
  <p:tag name="KSO_WM_TEMPLATE_CATEGORY" val="diagram"/>
  <p:tag name="KSO_WM_TEMPLATE_INDEX" val="2023093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VALUE" val="66*69"/>
  <p:tag name="KSO_WM_UNIT_TYPE" val="m_h_x"/>
  <p:tag name="KSO_WM_UNIT_INDEX" val="1_4_1"/>
  <p:tag name="KSO_WM_DIAGRAM_MAX_ITEMCNT" val="6"/>
  <p:tag name="KSO_WM_DIAGRAM_MIN_ITEMCNT" val="2"/>
  <p:tag name="KSO_WM_DIAGRAM_VIRTUALLY_FRAME" val="{&quot;height&quot;:319.8999938964844,&quot;left&quot;:23.824960629921257,&quot;top&quot;:175.85126289427754,&quot;width&quot;:911.2025984251968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4_1"/>
  <p:tag name="KSO_WM_UNIT_ID" val="diagram20230939_5*m_h_a*1_4_1"/>
  <p:tag name="KSO_WM_TEMPLATE_CATEGORY" val="diagram"/>
  <p:tag name="KSO_WM_TEMPLATE_INDEX" val="20230939"/>
  <p:tag name="KSO_WM_UNIT_LAYERLEVEL" val="1_1_1"/>
  <p:tag name="KSO_WM_TAG_VERSION" val="3.0"/>
  <p:tag name="KSO_WM_BEAUTIFY_FLAG" val="#wm#"/>
  <p:tag name="KSO_WM_DIAGRAM_GROUP_CODE" val="m1-1"/>
  <p:tag name="KSO_WM_DIAGRAM_VERSION" val="3"/>
  <p:tag name="KSO_WM_DIAGRAM_COLOR_TRICK" val="4"/>
  <p:tag name="KSO_WM_DIAGRAM_COLOR_TEXT_CAN_REMOVE" val="n"/>
  <p:tag name="KSO_WM_UNIT_TEXT_FILL_TYPE" val="1"/>
  <p:tag name="KSO_WM_DIAGRAM_MAX_ITEMCNT" val="6"/>
  <p:tag name="KSO_WM_DIAGRAM_MIN_ITEMCNT" val="2"/>
  <p:tag name="KSO_WM_DIAGRAM_VIRTUALLY_FRAME" val="{&quot;height&quot;:319.8999938964844,&quot;left&quot;:23.824960629921257,&quot;top&quot;:175.85126289427754,&quot;width&quot;:911.202598425196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TYPE" val="1"/>
  <p:tag name="KSO_WM_UNIT_USESOURCEFORMAT_APPLY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5_1"/>
  <p:tag name="KSO_WM_UNIT_ID" val="diagram20230939_5*m_h_a*1_5_1"/>
  <p:tag name="KSO_WM_TEMPLATE_CATEGORY" val="diagram"/>
  <p:tag name="KSO_WM_TEMPLATE_INDEX" val="20230939"/>
  <p:tag name="KSO_WM_UNIT_LAYERLEVEL" val="1_1_1"/>
  <p:tag name="KSO_WM_TAG_VERSION" val="3.0"/>
  <p:tag name="KSO_WM_BEAUTIFY_FLAG" val="#wm#"/>
  <p:tag name="KSO_WM_DIAGRAM_GROUP_CODE" val="m1-1"/>
  <p:tag name="KSO_WM_DIAGRAM_VERSION" val="3"/>
  <p:tag name="KSO_WM_DIAGRAM_COLOR_TRICK" val="4"/>
  <p:tag name="KSO_WM_DIAGRAM_COLOR_TEXT_CAN_REMOVE" val="n"/>
  <p:tag name="KSO_WM_UNIT_TEXT_FILL_TYPE" val="1"/>
  <p:tag name="KSO_WM_DIAGRAM_MAX_ITEMCNT" val="6"/>
  <p:tag name="KSO_WM_DIAGRAM_MIN_ITEMCNT" val="2"/>
  <p:tag name="KSO_WM_DIAGRAM_VIRTUALLY_FRAME" val="{&quot;height&quot;:319.8999938964844,&quot;left&quot;:23.824960629921257,&quot;top&quot;:175.85126289427754,&quot;width&quot;:911.202598425196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TYPE" val="1"/>
  <p:tag name="KSO_WM_UNIT_USESOURCEFORMAT_APPLY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x*1_5_1"/>
  <p:tag name="KSO_WM_TEMPLATE_CATEGORY" val="diagram"/>
  <p:tag name="KSO_WM_TEMPLATE_INDEX" val="2023093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VALUE" val="65*65"/>
  <p:tag name="KSO_WM_UNIT_TYPE" val="m_h_x"/>
  <p:tag name="KSO_WM_UNIT_INDEX" val="1_5_1"/>
  <p:tag name="KSO_WM_DIAGRAM_MAX_ITEMCNT" val="6"/>
  <p:tag name="KSO_WM_DIAGRAM_MIN_ITEMCNT" val="2"/>
  <p:tag name="KSO_WM_DIAGRAM_VIRTUALLY_FRAME" val="{&quot;height&quot;:319.8999938964844,&quot;left&quot;:23.824960629921257,&quot;top&quot;:175.85126289427754,&quot;width&quot;:911.2025984251968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x*1_6_1"/>
  <p:tag name="KSO_WM_TEMPLATE_CATEGORY" val="diagram"/>
  <p:tag name="KSO_WM_TEMPLATE_INDEX" val="2023093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VALUE" val="57*84"/>
  <p:tag name="KSO_WM_UNIT_TYPE" val="m_h_x"/>
  <p:tag name="KSO_WM_UNIT_INDEX" val="1_6_1"/>
  <p:tag name="KSO_WM_DIAGRAM_MAX_ITEMCNT" val="6"/>
  <p:tag name="KSO_WM_DIAGRAM_MIN_ITEMCNT" val="2"/>
  <p:tag name="KSO_WM_DIAGRAM_VIRTUALLY_FRAME" val="{&quot;height&quot;:319.8999938964844,&quot;left&quot;:23.824960629921257,&quot;top&quot;:175.85126289427754,&quot;width&quot;:911.2025984251968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6_1"/>
  <p:tag name="KSO_WM_UNIT_ID" val="diagram20230939_5*m_h_a*1_6_1"/>
  <p:tag name="KSO_WM_TEMPLATE_CATEGORY" val="diagram"/>
  <p:tag name="KSO_WM_TEMPLATE_INDEX" val="20230939"/>
  <p:tag name="KSO_WM_UNIT_LAYERLEVEL" val="1_1_1"/>
  <p:tag name="KSO_WM_TAG_VERSION" val="3.0"/>
  <p:tag name="KSO_WM_BEAUTIFY_FLAG" val="#wm#"/>
  <p:tag name="KSO_WM_DIAGRAM_GROUP_CODE" val="m1-1"/>
  <p:tag name="KSO_WM_DIAGRAM_VERSION" val="3"/>
  <p:tag name="KSO_WM_DIAGRAM_COLOR_TRICK" val="4"/>
  <p:tag name="KSO_WM_DIAGRAM_COLOR_TEXT_CAN_REMOVE" val="n"/>
  <p:tag name="KSO_WM_UNIT_TEXT_FILL_TYPE" val="1"/>
  <p:tag name="KSO_WM_DIAGRAM_MAX_ITEMCNT" val="6"/>
  <p:tag name="KSO_WM_DIAGRAM_MIN_ITEMCNT" val="2"/>
  <p:tag name="KSO_WM_DIAGRAM_VIRTUALLY_FRAME" val="{&quot;height&quot;:319.8999938964844,&quot;left&quot;:23.824960629921257,&quot;top&quot;:175.85126289427754,&quot;width&quot;:911.202598425196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TYPE" val="1"/>
  <p:tag name="KSO_WM_UNIT_USESOURCEFORMAT_APPLY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1109_4*a*1"/>
  <p:tag name="KSO_WM_TEMPLATE_CATEGORY" val="diagram"/>
  <p:tag name="KSO_WM_TEMPLATE_INDEX" val="20231109"/>
  <p:tag name="KSO_WM_UNIT_LAYERLEVEL" val="1"/>
  <p:tag name="KSO_WM_TAG_VERSION" val="3.0"/>
  <p:tag name="KSO_WM_BEAUTIFY_FLAG" val="#wm#"/>
  <p:tag name="KSO_WM_DIAGRAM_GROUP_CODE" val="m1-1"/>
  <p:tag name="KSO_WM_UNIT_PRESET_TEXT" val="单击此处添加标题"/>
  <p:tag name="KSO_WM_UNIT_TEXT_TYPE" val="1"/>
  <p:tag name="KSO_WM_UNIT_TEXT_FILL_FORE_SCHEMECOLOR_INDEX" val="15"/>
  <p:tag name="KSO_WM_UNIT_TEXT_FILL_TYPE" val="1"/>
  <p:tag name="KSO_WM_UNIT_USESOURCEFORMAT_APPLY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1109_4"/>
  <p:tag name="KSO_WM_TEMPLATE_SUBCATEGORY" val="0"/>
  <p:tag name="KSO_WM_TEMPLATE_MASTER_TYPE" val="0"/>
  <p:tag name="KSO_WM_TEMPLATE_COLOR_TYPE" val="0"/>
  <p:tag name="KSO_WM_SLIDE_ITEM_CNT" val="5"/>
  <p:tag name="KSO_WM_SLIDE_INDEX" val="4"/>
  <p:tag name="KSO_WM_TAG_VERSION" val="3.0"/>
  <p:tag name="KSO_WM_BEAUTIFY_FLAG" val="#wm#"/>
  <p:tag name="KSO_WM_TEMPLATE_CATEGORY" val="diagram"/>
  <p:tag name="KSO_WM_TEMPLATE_INDEX" val="20231109"/>
  <p:tag name="KSO_WM_SLIDE_TYPE" val="text"/>
  <p:tag name="KSO_WM_SLIDE_SUBTYPE" val="diag"/>
  <p:tag name="KSO_WM_SLIDE_SIZE" val="680.6*234.25"/>
  <p:tag name="KSO_WM_SLIDE_POSITION" val="139.05*208.45"/>
  <p:tag name="KSO_WM_SLIDE_LAYOUT" val="a_m"/>
  <p:tag name="KSO_WM_SLIDE_LAYOUT_CNT" val="1_1"/>
  <p:tag name="KSO_WM_SPECIAL_SOURCE" val="bdnull"/>
  <p:tag name="KSO_WM_DIAGRAM_GROUP_CODE" val="m1-1"/>
  <p:tag name="KSO_WM_SLIDE_DIAGTYPE" val="m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1109_4*a*1"/>
  <p:tag name="KSO_WM_TEMPLATE_CATEGORY" val="diagram"/>
  <p:tag name="KSO_WM_TEMPLATE_INDEX" val="20231109"/>
  <p:tag name="KSO_WM_UNIT_LAYERLEVEL" val="1"/>
  <p:tag name="KSO_WM_TAG_VERSION" val="3.0"/>
  <p:tag name="KSO_WM_BEAUTIFY_FLAG" val="#wm#"/>
  <p:tag name="KSO_WM_DIAGRAM_GROUP_CODE" val="m1-1"/>
  <p:tag name="KSO_WM_UNIT_PRESET_TEXT" val="单击此处添加标题"/>
  <p:tag name="KSO_WM_UNIT_TEXT_TYPE" val="1"/>
  <p:tag name="KSO_WM_UNIT_TEXT_FILL_FORE_SCHEMECOLOR_INDEX" val="15"/>
  <p:tag name="KSO_WM_UNIT_TEXT_FILL_TYPE" val="1"/>
  <p:tag name="KSO_WM_UNIT_USESOURCEFORMAT_APPLY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1109_4"/>
  <p:tag name="KSO_WM_TEMPLATE_SUBCATEGORY" val="0"/>
  <p:tag name="KSO_WM_TEMPLATE_MASTER_TYPE" val="0"/>
  <p:tag name="KSO_WM_TEMPLATE_COLOR_TYPE" val="0"/>
  <p:tag name="KSO_WM_SLIDE_ITEM_CNT" val="5"/>
  <p:tag name="KSO_WM_SLIDE_INDEX" val="4"/>
  <p:tag name="KSO_WM_TAG_VERSION" val="3.0"/>
  <p:tag name="KSO_WM_BEAUTIFY_FLAG" val="#wm#"/>
  <p:tag name="KSO_WM_TEMPLATE_CATEGORY" val="diagram"/>
  <p:tag name="KSO_WM_TEMPLATE_INDEX" val="20231109"/>
  <p:tag name="KSO_WM_SLIDE_TYPE" val="text"/>
  <p:tag name="KSO_WM_SLIDE_SUBTYPE" val="diag"/>
  <p:tag name="KSO_WM_SLIDE_SIZE" val="680.6*234.25"/>
  <p:tag name="KSO_WM_SLIDE_POSITION" val="139.05*208.45"/>
  <p:tag name="KSO_WM_SLIDE_LAYOUT" val="a_m"/>
  <p:tag name="KSO_WM_SLIDE_LAYOUT_CNT" val="1_1"/>
  <p:tag name="KSO_WM_SPECIAL_SOURCE" val="bdnull"/>
  <p:tag name="KSO_WM_DIAGRAM_GROUP_CODE" val="m1-1"/>
  <p:tag name="KSO_WM_SLIDE_DIAGTYPE" val="m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1109_4*a*1"/>
  <p:tag name="KSO_WM_TEMPLATE_CATEGORY" val="diagram"/>
  <p:tag name="KSO_WM_TEMPLATE_INDEX" val="20231109"/>
  <p:tag name="KSO_WM_UNIT_LAYERLEVEL" val="1"/>
  <p:tag name="KSO_WM_TAG_VERSION" val="3.0"/>
  <p:tag name="KSO_WM_BEAUTIFY_FLAG" val="#wm#"/>
  <p:tag name="KSO_WM_DIAGRAM_GROUP_CODE" val="m1-1"/>
  <p:tag name="KSO_WM_UNIT_PRESET_TEXT" val="单击此处添加标题"/>
  <p:tag name="KSO_WM_UNIT_TEXT_TYPE" val="1"/>
  <p:tag name="KSO_WM_UNIT_TEXT_FILL_FORE_SCHEMECOLOR_INDEX" val="15"/>
  <p:tag name="KSO_WM_UNIT_TEXT_FILL_TYPE" val="1"/>
  <p:tag name="KSO_WM_UNIT_USESOURCEFORMAT_APPLY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1109_4"/>
  <p:tag name="KSO_WM_TEMPLATE_SUBCATEGORY" val="0"/>
  <p:tag name="KSO_WM_TEMPLATE_MASTER_TYPE" val="0"/>
  <p:tag name="KSO_WM_TEMPLATE_COLOR_TYPE" val="0"/>
  <p:tag name="KSO_WM_SLIDE_ITEM_CNT" val="5"/>
  <p:tag name="KSO_WM_SLIDE_INDEX" val="4"/>
  <p:tag name="KSO_WM_TAG_VERSION" val="3.0"/>
  <p:tag name="KSO_WM_BEAUTIFY_FLAG" val="#wm#"/>
  <p:tag name="KSO_WM_TEMPLATE_CATEGORY" val="diagram"/>
  <p:tag name="KSO_WM_TEMPLATE_INDEX" val="20231109"/>
  <p:tag name="KSO_WM_SLIDE_TYPE" val="text"/>
  <p:tag name="KSO_WM_SLIDE_SUBTYPE" val="diag"/>
  <p:tag name="KSO_WM_SLIDE_SIZE" val="680.6*234.25"/>
  <p:tag name="KSO_WM_SLIDE_POSITION" val="139.05*208.45"/>
  <p:tag name="KSO_WM_SLIDE_LAYOUT" val="a_m"/>
  <p:tag name="KSO_WM_SLIDE_LAYOUT_CNT" val="1_1"/>
  <p:tag name="KSO_WM_SPECIAL_SOURCE" val="bdnull"/>
  <p:tag name="KSO_WM_DIAGRAM_GROUP_CODE" val="m1-1"/>
  <p:tag name="KSO_WM_SLIDE_DIAGTYPE" val="m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1109_4*a*1"/>
  <p:tag name="KSO_WM_TEMPLATE_CATEGORY" val="diagram"/>
  <p:tag name="KSO_WM_TEMPLATE_INDEX" val="20231109"/>
  <p:tag name="KSO_WM_UNIT_LAYERLEVEL" val="1"/>
  <p:tag name="KSO_WM_TAG_VERSION" val="3.0"/>
  <p:tag name="KSO_WM_BEAUTIFY_FLAG" val="#wm#"/>
  <p:tag name="KSO_WM_DIAGRAM_GROUP_CODE" val="m1-1"/>
  <p:tag name="KSO_WM_UNIT_PRESET_TEXT" val="单击此处添加标题"/>
  <p:tag name="KSO_WM_UNIT_TEXT_TYPE" val="1"/>
  <p:tag name="KSO_WM_UNIT_TEXT_FILL_FORE_SCHEMECOLOR_INDEX" val="15"/>
  <p:tag name="KSO_WM_UNIT_TEXT_FILL_TYPE" val="1"/>
  <p:tag name="KSO_WM_UNIT_USESOURCEFORMAT_APPLY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1109_4"/>
  <p:tag name="KSO_WM_TEMPLATE_SUBCATEGORY" val="0"/>
  <p:tag name="KSO_WM_TEMPLATE_MASTER_TYPE" val="0"/>
  <p:tag name="KSO_WM_TEMPLATE_COLOR_TYPE" val="0"/>
  <p:tag name="KSO_WM_SLIDE_ITEM_CNT" val="5"/>
  <p:tag name="KSO_WM_SLIDE_INDEX" val="4"/>
  <p:tag name="KSO_WM_TAG_VERSION" val="3.0"/>
  <p:tag name="KSO_WM_BEAUTIFY_FLAG" val="#wm#"/>
  <p:tag name="KSO_WM_TEMPLATE_CATEGORY" val="diagram"/>
  <p:tag name="KSO_WM_TEMPLATE_INDEX" val="20231109"/>
  <p:tag name="KSO_WM_SLIDE_TYPE" val="text"/>
  <p:tag name="KSO_WM_SLIDE_SUBTYPE" val="diag"/>
  <p:tag name="KSO_WM_SLIDE_SIZE" val="680.6*234.25"/>
  <p:tag name="KSO_WM_SLIDE_POSITION" val="139.05*208.45"/>
  <p:tag name="KSO_WM_SLIDE_LAYOUT" val="a_m"/>
  <p:tag name="KSO_WM_SLIDE_LAYOUT_CNT" val="1_1"/>
  <p:tag name="KSO_WM_SPECIAL_SOURCE" val="bdnull"/>
  <p:tag name="KSO_WM_DIAGRAM_GROUP_CODE" val="m1-1"/>
  <p:tag name="KSO_WM_SLIDE_DIAGTYPE" val="m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1109_4*a*1"/>
  <p:tag name="KSO_WM_TEMPLATE_CATEGORY" val="diagram"/>
  <p:tag name="KSO_WM_TEMPLATE_INDEX" val="20231109"/>
  <p:tag name="KSO_WM_UNIT_LAYERLEVEL" val="1"/>
  <p:tag name="KSO_WM_TAG_VERSION" val="3.0"/>
  <p:tag name="KSO_WM_BEAUTIFY_FLAG" val="#wm#"/>
  <p:tag name="KSO_WM_DIAGRAM_GROUP_CODE" val="m1-1"/>
  <p:tag name="KSO_WM_UNIT_PRESET_TEXT" val="单击此处添加标题"/>
  <p:tag name="KSO_WM_UNIT_TEXT_TYPE" val="1"/>
  <p:tag name="KSO_WM_UNIT_TEXT_FILL_FORE_SCHEMECOLOR_INDEX" val="15"/>
  <p:tag name="KSO_WM_UNIT_TEXT_FILL_TYPE" val="1"/>
  <p:tag name="KSO_WM_UNIT_USESOURCEFORMAT_APPLY" val="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1109_4"/>
  <p:tag name="KSO_WM_TEMPLATE_SUBCATEGORY" val="0"/>
  <p:tag name="KSO_WM_TEMPLATE_MASTER_TYPE" val="0"/>
  <p:tag name="KSO_WM_TEMPLATE_COLOR_TYPE" val="0"/>
  <p:tag name="KSO_WM_SLIDE_ITEM_CNT" val="5"/>
  <p:tag name="KSO_WM_SLIDE_INDEX" val="4"/>
  <p:tag name="KSO_WM_TAG_VERSION" val="3.0"/>
  <p:tag name="KSO_WM_BEAUTIFY_FLAG" val="#wm#"/>
  <p:tag name="KSO_WM_TEMPLATE_CATEGORY" val="diagram"/>
  <p:tag name="KSO_WM_TEMPLATE_INDEX" val="20231109"/>
  <p:tag name="KSO_WM_SLIDE_TYPE" val="text"/>
  <p:tag name="KSO_WM_SLIDE_SUBTYPE" val="diag"/>
  <p:tag name="KSO_WM_SLIDE_SIZE" val="680.6*234.25"/>
  <p:tag name="KSO_WM_SLIDE_POSITION" val="139.05*208.45"/>
  <p:tag name="KSO_WM_SLIDE_LAYOUT" val="a_m"/>
  <p:tag name="KSO_WM_SLIDE_LAYOUT_CNT" val="1_1"/>
  <p:tag name="KSO_WM_SPECIAL_SOURCE" val="bdnull"/>
  <p:tag name="KSO_WM_DIAGRAM_GROUP_CODE" val="m1-1"/>
  <p:tag name="KSO_WM_SLIDE_DIAGTYPE" val="m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1109_4*a*1"/>
  <p:tag name="KSO_WM_TEMPLATE_CATEGORY" val="diagram"/>
  <p:tag name="KSO_WM_TEMPLATE_INDEX" val="20231109"/>
  <p:tag name="KSO_WM_UNIT_LAYERLEVEL" val="1"/>
  <p:tag name="KSO_WM_TAG_VERSION" val="3.0"/>
  <p:tag name="KSO_WM_BEAUTIFY_FLAG" val="#wm#"/>
  <p:tag name="KSO_WM_DIAGRAM_GROUP_CODE" val="m1-1"/>
  <p:tag name="KSO_WM_UNIT_PRESET_TEXT" val="单击此处添加标题"/>
  <p:tag name="KSO_WM_UNIT_TEXT_TYPE" val="1"/>
  <p:tag name="KSO_WM_UNIT_TEXT_FILL_FORE_SCHEMECOLOR_INDEX" val="15"/>
  <p:tag name="KSO_WM_UNIT_TEXT_FILL_TYPE" val="1"/>
  <p:tag name="KSO_WM_UNIT_USESOURCEFORMAT_APPLY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1109_4"/>
  <p:tag name="KSO_WM_TEMPLATE_SUBCATEGORY" val="0"/>
  <p:tag name="KSO_WM_TEMPLATE_MASTER_TYPE" val="0"/>
  <p:tag name="KSO_WM_TEMPLATE_COLOR_TYPE" val="0"/>
  <p:tag name="KSO_WM_SLIDE_ITEM_CNT" val="5"/>
  <p:tag name="KSO_WM_SLIDE_INDEX" val="4"/>
  <p:tag name="KSO_WM_TAG_VERSION" val="3.0"/>
  <p:tag name="KSO_WM_BEAUTIFY_FLAG" val="#wm#"/>
  <p:tag name="KSO_WM_TEMPLATE_CATEGORY" val="diagram"/>
  <p:tag name="KSO_WM_TEMPLATE_INDEX" val="20231109"/>
  <p:tag name="KSO_WM_SLIDE_TYPE" val="text"/>
  <p:tag name="KSO_WM_SLIDE_SUBTYPE" val="diag"/>
  <p:tag name="KSO_WM_SLIDE_SIZE" val="680.6*234.25"/>
  <p:tag name="KSO_WM_SLIDE_POSITION" val="139.05*208.45"/>
  <p:tag name="KSO_WM_SLIDE_LAYOUT" val="a_m"/>
  <p:tag name="KSO_WM_SLIDE_LAYOUT_CNT" val="1_1"/>
  <p:tag name="KSO_WM_SPECIAL_SOURCE" val="bdnull"/>
  <p:tag name="KSO_WM_DIAGRAM_GROUP_CODE" val="m1-1"/>
  <p:tag name="KSO_WM_SLIDE_DIAGTYPE" val="m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1109_4*a*1"/>
  <p:tag name="KSO_WM_TEMPLATE_CATEGORY" val="diagram"/>
  <p:tag name="KSO_WM_TEMPLATE_INDEX" val="20231109"/>
  <p:tag name="KSO_WM_UNIT_LAYERLEVEL" val="1"/>
  <p:tag name="KSO_WM_TAG_VERSION" val="3.0"/>
  <p:tag name="KSO_WM_BEAUTIFY_FLAG" val="#wm#"/>
  <p:tag name="KSO_WM_DIAGRAM_GROUP_CODE" val="m1-1"/>
  <p:tag name="KSO_WM_UNIT_PRESET_TEXT" val="单击此处添加标题"/>
  <p:tag name="KSO_WM_UNIT_TEXT_TYPE" val="1"/>
  <p:tag name="KSO_WM_UNIT_TEXT_FILL_FORE_SCHEMECOLOR_INDEX" val="15"/>
  <p:tag name="KSO_WM_UNIT_TEXT_FILL_TYPE" val="1"/>
  <p:tag name="KSO_WM_UNIT_USESOURCEFORMAT_APPLY" val="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1109_4"/>
  <p:tag name="KSO_WM_TEMPLATE_SUBCATEGORY" val="0"/>
  <p:tag name="KSO_WM_TEMPLATE_MASTER_TYPE" val="0"/>
  <p:tag name="KSO_WM_TEMPLATE_COLOR_TYPE" val="0"/>
  <p:tag name="KSO_WM_SLIDE_ITEM_CNT" val="5"/>
  <p:tag name="KSO_WM_SLIDE_INDEX" val="4"/>
  <p:tag name="KSO_WM_TAG_VERSION" val="3.0"/>
  <p:tag name="KSO_WM_BEAUTIFY_FLAG" val="#wm#"/>
  <p:tag name="KSO_WM_TEMPLATE_CATEGORY" val="diagram"/>
  <p:tag name="KSO_WM_TEMPLATE_INDEX" val="20231109"/>
  <p:tag name="KSO_WM_SLIDE_TYPE" val="text"/>
  <p:tag name="KSO_WM_SLIDE_SUBTYPE" val="diag"/>
  <p:tag name="KSO_WM_SLIDE_SIZE" val="680.6*234.25"/>
  <p:tag name="KSO_WM_SLIDE_POSITION" val="139.05*208.45"/>
  <p:tag name="KSO_WM_SLIDE_LAYOUT" val="a_m"/>
  <p:tag name="KSO_WM_SLIDE_LAYOUT_CNT" val="1_1"/>
  <p:tag name="KSO_WM_SPECIAL_SOURCE" val="bdnull"/>
  <p:tag name="KSO_WM_DIAGRAM_GROUP_CODE" val="m1-1"/>
  <p:tag name="KSO_WM_SLIDE_DIAGTYPE" val="m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1109_4*a*1"/>
  <p:tag name="KSO_WM_TEMPLATE_CATEGORY" val="diagram"/>
  <p:tag name="KSO_WM_TEMPLATE_INDEX" val="20231109"/>
  <p:tag name="KSO_WM_UNIT_LAYERLEVEL" val="1"/>
  <p:tag name="KSO_WM_TAG_VERSION" val="3.0"/>
  <p:tag name="KSO_WM_BEAUTIFY_FLAG" val="#wm#"/>
  <p:tag name="KSO_WM_DIAGRAM_GROUP_CODE" val="m1-1"/>
  <p:tag name="KSO_WM_UNIT_PRESET_TEXT" val="单击此处添加标题"/>
  <p:tag name="KSO_WM_UNIT_TEXT_TYPE" val="1"/>
  <p:tag name="KSO_WM_UNIT_TEXT_FILL_FORE_SCHEMECOLOR_INDEX" val="15"/>
  <p:tag name="KSO_WM_UNIT_TEXT_FILL_TYPE" val="1"/>
  <p:tag name="KSO_WM_UNIT_USESOURCEFORMAT_APPLY" val="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1109_4"/>
  <p:tag name="KSO_WM_TEMPLATE_SUBCATEGORY" val="0"/>
  <p:tag name="KSO_WM_TEMPLATE_MASTER_TYPE" val="0"/>
  <p:tag name="KSO_WM_TEMPLATE_COLOR_TYPE" val="0"/>
  <p:tag name="KSO_WM_SLIDE_ITEM_CNT" val="5"/>
  <p:tag name="KSO_WM_SLIDE_INDEX" val="4"/>
  <p:tag name="KSO_WM_TAG_VERSION" val="3.0"/>
  <p:tag name="KSO_WM_BEAUTIFY_FLAG" val="#wm#"/>
  <p:tag name="KSO_WM_TEMPLATE_CATEGORY" val="diagram"/>
  <p:tag name="KSO_WM_TEMPLATE_INDEX" val="20231109"/>
  <p:tag name="KSO_WM_SLIDE_TYPE" val="text"/>
  <p:tag name="KSO_WM_SLIDE_SUBTYPE" val="diag"/>
  <p:tag name="KSO_WM_SLIDE_SIZE" val="680.6*234.25"/>
  <p:tag name="KSO_WM_SLIDE_POSITION" val="139.05*208.45"/>
  <p:tag name="KSO_WM_SLIDE_LAYOUT" val="a_m"/>
  <p:tag name="KSO_WM_SLIDE_LAYOUT_CNT" val="1_1"/>
  <p:tag name="KSO_WM_SPECIAL_SOURCE" val="bdnull"/>
  <p:tag name="KSO_WM_DIAGRAM_GROUP_CODE" val="m1-1"/>
  <p:tag name="KSO_WM_SLIDE_DIAGTYPE" val="m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1109_4*a*1"/>
  <p:tag name="KSO_WM_TEMPLATE_CATEGORY" val="diagram"/>
  <p:tag name="KSO_WM_TEMPLATE_INDEX" val="20231109"/>
  <p:tag name="KSO_WM_UNIT_LAYERLEVEL" val="1"/>
  <p:tag name="KSO_WM_TAG_VERSION" val="3.0"/>
  <p:tag name="KSO_WM_BEAUTIFY_FLAG" val="#wm#"/>
  <p:tag name="KSO_WM_DIAGRAM_GROUP_CODE" val="m1-1"/>
  <p:tag name="KSO_WM_UNIT_PRESET_TEXT" val="单击此处添加标题"/>
  <p:tag name="KSO_WM_UNIT_TEXT_TYPE" val="1"/>
  <p:tag name="KSO_WM_UNIT_TEXT_FILL_FORE_SCHEMECOLOR_INDEX" val="15"/>
  <p:tag name="KSO_WM_UNIT_TEXT_FILL_TYPE" val="1"/>
  <p:tag name="KSO_WM_UNIT_USESOURCEFORMAT_APPLY" val="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1109_4"/>
  <p:tag name="KSO_WM_TEMPLATE_SUBCATEGORY" val="0"/>
  <p:tag name="KSO_WM_TEMPLATE_MASTER_TYPE" val="0"/>
  <p:tag name="KSO_WM_TEMPLATE_COLOR_TYPE" val="0"/>
  <p:tag name="KSO_WM_SLIDE_ITEM_CNT" val="5"/>
  <p:tag name="KSO_WM_SLIDE_INDEX" val="4"/>
  <p:tag name="KSO_WM_TAG_VERSION" val="3.0"/>
  <p:tag name="KSO_WM_BEAUTIFY_FLAG" val="#wm#"/>
  <p:tag name="KSO_WM_TEMPLATE_CATEGORY" val="diagram"/>
  <p:tag name="KSO_WM_TEMPLATE_INDEX" val="20231109"/>
  <p:tag name="KSO_WM_SLIDE_TYPE" val="text"/>
  <p:tag name="KSO_WM_SLIDE_SUBTYPE" val="diag"/>
  <p:tag name="KSO_WM_SLIDE_SIZE" val="680.6*234.25"/>
  <p:tag name="KSO_WM_SLIDE_POSITION" val="139.05*208.45"/>
  <p:tag name="KSO_WM_SLIDE_LAYOUT" val="a_m"/>
  <p:tag name="KSO_WM_SLIDE_LAYOUT_CNT" val="1_1"/>
  <p:tag name="KSO_WM_SPECIAL_SOURCE" val="bdnull"/>
  <p:tag name="KSO_WM_DIAGRAM_GROUP_CODE" val="m1-1"/>
  <p:tag name="KSO_WM_SLIDE_DIAGTYPE" val="m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1109_4*a*1"/>
  <p:tag name="KSO_WM_TEMPLATE_CATEGORY" val="diagram"/>
  <p:tag name="KSO_WM_TEMPLATE_INDEX" val="20231109"/>
  <p:tag name="KSO_WM_UNIT_LAYERLEVEL" val="1"/>
  <p:tag name="KSO_WM_TAG_VERSION" val="3.0"/>
  <p:tag name="KSO_WM_BEAUTIFY_FLAG" val="#wm#"/>
  <p:tag name="KSO_WM_DIAGRAM_GROUP_CODE" val="m1-1"/>
  <p:tag name="KSO_WM_UNIT_PRESET_TEXT" val="单击此处添加标题"/>
  <p:tag name="KSO_WM_UNIT_TEXT_TYPE" val="1"/>
  <p:tag name="KSO_WM_UNIT_TEXT_FILL_FORE_SCHEMECOLOR_INDEX" val="15"/>
  <p:tag name="KSO_WM_UNIT_TEXT_FILL_TYPE" val="1"/>
  <p:tag name="KSO_WM_UNIT_USESOURCEFORMAT_APPLY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1109_4"/>
  <p:tag name="KSO_WM_TEMPLATE_SUBCATEGORY" val="0"/>
  <p:tag name="KSO_WM_TEMPLATE_MASTER_TYPE" val="0"/>
  <p:tag name="KSO_WM_TEMPLATE_COLOR_TYPE" val="0"/>
  <p:tag name="KSO_WM_SLIDE_ITEM_CNT" val="5"/>
  <p:tag name="KSO_WM_SLIDE_INDEX" val="4"/>
  <p:tag name="KSO_WM_TAG_VERSION" val="3.0"/>
  <p:tag name="KSO_WM_BEAUTIFY_FLAG" val="#wm#"/>
  <p:tag name="KSO_WM_TEMPLATE_CATEGORY" val="diagram"/>
  <p:tag name="KSO_WM_TEMPLATE_INDEX" val="20231109"/>
  <p:tag name="KSO_WM_SLIDE_TYPE" val="text"/>
  <p:tag name="KSO_WM_SLIDE_SUBTYPE" val="diag"/>
  <p:tag name="KSO_WM_SLIDE_SIZE" val="680.6*234.25"/>
  <p:tag name="KSO_WM_SLIDE_POSITION" val="139.05*208.45"/>
  <p:tag name="KSO_WM_SLIDE_LAYOUT" val="a_m"/>
  <p:tag name="KSO_WM_SLIDE_LAYOUT_CNT" val="1_1"/>
  <p:tag name="KSO_WM_SPECIAL_SOURCE" val="bdnull"/>
  <p:tag name="KSO_WM_DIAGRAM_GROUP_CODE" val="m1-1"/>
  <p:tag name="KSO_WM_SLIDE_DIAGTYPE" val="m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1109_4*a*1"/>
  <p:tag name="KSO_WM_TEMPLATE_CATEGORY" val="diagram"/>
  <p:tag name="KSO_WM_TEMPLATE_INDEX" val="20231109"/>
  <p:tag name="KSO_WM_UNIT_LAYERLEVEL" val="1"/>
  <p:tag name="KSO_WM_TAG_VERSION" val="3.0"/>
  <p:tag name="KSO_WM_BEAUTIFY_FLAG" val="#wm#"/>
  <p:tag name="KSO_WM_DIAGRAM_GROUP_CODE" val="m1-1"/>
  <p:tag name="KSO_WM_UNIT_PRESET_TEXT" val="单击此处添加标题"/>
  <p:tag name="KSO_WM_UNIT_TEXT_TYPE" val="1"/>
  <p:tag name="KSO_WM_UNIT_TEXT_FILL_FORE_SCHEMECOLOR_INDEX" val="15"/>
  <p:tag name="KSO_WM_UNIT_TEXT_FILL_TYPE" val="1"/>
  <p:tag name="KSO_WM_UNIT_USESOURCEFORMAT_APPLY" val="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1109_4"/>
  <p:tag name="KSO_WM_TEMPLATE_SUBCATEGORY" val="0"/>
  <p:tag name="KSO_WM_TEMPLATE_MASTER_TYPE" val="0"/>
  <p:tag name="KSO_WM_TEMPLATE_COLOR_TYPE" val="0"/>
  <p:tag name="KSO_WM_SLIDE_ITEM_CNT" val="5"/>
  <p:tag name="KSO_WM_SLIDE_INDEX" val="4"/>
  <p:tag name="KSO_WM_TAG_VERSION" val="3.0"/>
  <p:tag name="KSO_WM_BEAUTIFY_FLAG" val="#wm#"/>
  <p:tag name="KSO_WM_TEMPLATE_CATEGORY" val="diagram"/>
  <p:tag name="KSO_WM_TEMPLATE_INDEX" val="20231109"/>
  <p:tag name="KSO_WM_SLIDE_TYPE" val="text"/>
  <p:tag name="KSO_WM_SLIDE_SUBTYPE" val="diag"/>
  <p:tag name="KSO_WM_SLIDE_SIZE" val="680.6*234.25"/>
  <p:tag name="KSO_WM_SLIDE_POSITION" val="139.05*208.45"/>
  <p:tag name="KSO_WM_SLIDE_LAYOUT" val="a_m"/>
  <p:tag name="KSO_WM_SLIDE_LAYOUT_CNT" val="1_1"/>
  <p:tag name="KSO_WM_SPECIAL_SOURCE" val="bdnull"/>
  <p:tag name="KSO_WM_DIAGRAM_GROUP_CODE" val="m1-1"/>
  <p:tag name="KSO_WM_SLIDE_DIAGTYPE" val="m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1109_4*a*1"/>
  <p:tag name="KSO_WM_TEMPLATE_CATEGORY" val="diagram"/>
  <p:tag name="KSO_WM_TEMPLATE_INDEX" val="20231109"/>
  <p:tag name="KSO_WM_UNIT_LAYERLEVEL" val="1"/>
  <p:tag name="KSO_WM_TAG_VERSION" val="3.0"/>
  <p:tag name="KSO_WM_BEAUTIFY_FLAG" val="#wm#"/>
  <p:tag name="KSO_WM_DIAGRAM_GROUP_CODE" val="m1-1"/>
  <p:tag name="KSO_WM_UNIT_PRESET_TEXT" val="单击此处添加标题"/>
  <p:tag name="KSO_WM_UNIT_TEXT_TYPE" val="1"/>
  <p:tag name="KSO_WM_UNIT_TEXT_FILL_FORE_SCHEMECOLOR_INDEX" val="15"/>
  <p:tag name="KSO_WM_UNIT_TEXT_FILL_TYPE" val="1"/>
  <p:tag name="KSO_WM_UNIT_USESOURCEFORMAT_APPLY" val="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1109_4"/>
  <p:tag name="KSO_WM_TEMPLATE_SUBCATEGORY" val="0"/>
  <p:tag name="KSO_WM_TEMPLATE_MASTER_TYPE" val="0"/>
  <p:tag name="KSO_WM_TEMPLATE_COLOR_TYPE" val="0"/>
  <p:tag name="KSO_WM_SLIDE_ITEM_CNT" val="5"/>
  <p:tag name="KSO_WM_SLIDE_INDEX" val="4"/>
  <p:tag name="KSO_WM_TAG_VERSION" val="3.0"/>
  <p:tag name="KSO_WM_BEAUTIFY_FLAG" val="#wm#"/>
  <p:tag name="KSO_WM_TEMPLATE_CATEGORY" val="diagram"/>
  <p:tag name="KSO_WM_TEMPLATE_INDEX" val="20231109"/>
  <p:tag name="KSO_WM_SLIDE_TYPE" val="text"/>
  <p:tag name="KSO_WM_SLIDE_SUBTYPE" val="diag"/>
  <p:tag name="KSO_WM_SLIDE_SIZE" val="680.6*234.25"/>
  <p:tag name="KSO_WM_SLIDE_POSITION" val="139.05*208.45"/>
  <p:tag name="KSO_WM_SLIDE_LAYOUT" val="a_m"/>
  <p:tag name="KSO_WM_SLIDE_LAYOUT_CNT" val="1_1"/>
  <p:tag name="KSO_WM_SPECIAL_SOURCE" val="bdnull"/>
  <p:tag name="KSO_WM_DIAGRAM_GROUP_CODE" val="m1-1"/>
  <p:tag name="KSO_WM_SLIDE_DIAGTYPE" val="m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1109_4*a*1"/>
  <p:tag name="KSO_WM_TEMPLATE_CATEGORY" val="diagram"/>
  <p:tag name="KSO_WM_TEMPLATE_INDEX" val="20231109"/>
  <p:tag name="KSO_WM_UNIT_LAYERLEVEL" val="1"/>
  <p:tag name="KSO_WM_TAG_VERSION" val="3.0"/>
  <p:tag name="KSO_WM_BEAUTIFY_FLAG" val="#wm#"/>
  <p:tag name="KSO_WM_DIAGRAM_GROUP_CODE" val="m1-1"/>
  <p:tag name="KSO_WM_UNIT_PRESET_TEXT" val="单击此处添加标题"/>
  <p:tag name="KSO_WM_UNIT_TEXT_TYPE" val="1"/>
  <p:tag name="KSO_WM_UNIT_TEXT_FILL_FORE_SCHEMECOLOR_INDEX" val="15"/>
  <p:tag name="KSO_WM_UNIT_TEXT_FILL_TYPE" val="1"/>
  <p:tag name="KSO_WM_UNIT_USESOURCEFORMAT_APPLY" val="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1109_4"/>
  <p:tag name="KSO_WM_TEMPLATE_SUBCATEGORY" val="0"/>
  <p:tag name="KSO_WM_TEMPLATE_MASTER_TYPE" val="0"/>
  <p:tag name="KSO_WM_TEMPLATE_COLOR_TYPE" val="0"/>
  <p:tag name="KSO_WM_SLIDE_ITEM_CNT" val="5"/>
  <p:tag name="KSO_WM_SLIDE_INDEX" val="4"/>
  <p:tag name="KSO_WM_TAG_VERSION" val="3.0"/>
  <p:tag name="KSO_WM_BEAUTIFY_FLAG" val="#wm#"/>
  <p:tag name="KSO_WM_TEMPLATE_CATEGORY" val="diagram"/>
  <p:tag name="KSO_WM_TEMPLATE_INDEX" val="20231109"/>
  <p:tag name="KSO_WM_SLIDE_TYPE" val="text"/>
  <p:tag name="KSO_WM_SLIDE_SUBTYPE" val="diag"/>
  <p:tag name="KSO_WM_SLIDE_SIZE" val="680.6*234.25"/>
  <p:tag name="KSO_WM_SLIDE_POSITION" val="139.05*208.45"/>
  <p:tag name="KSO_WM_SLIDE_LAYOUT" val="a_m"/>
  <p:tag name="KSO_WM_SLIDE_LAYOUT_CNT" val="1_1"/>
  <p:tag name="KSO_WM_SPECIAL_SOURCE" val="bdnull"/>
  <p:tag name="KSO_WM_DIAGRAM_GROUP_CODE" val="m1-1"/>
  <p:tag name="KSO_WM_SLIDE_DIAGTYPE" val="m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1109_4*a*1"/>
  <p:tag name="KSO_WM_TEMPLATE_CATEGORY" val="diagram"/>
  <p:tag name="KSO_WM_TEMPLATE_INDEX" val="20231109"/>
  <p:tag name="KSO_WM_UNIT_LAYERLEVEL" val="1"/>
  <p:tag name="KSO_WM_TAG_VERSION" val="3.0"/>
  <p:tag name="KSO_WM_BEAUTIFY_FLAG" val="#wm#"/>
  <p:tag name="KSO_WM_DIAGRAM_GROUP_CODE" val="m1-1"/>
  <p:tag name="KSO_WM_UNIT_PRESET_TEXT" val="单击此处添加标题"/>
  <p:tag name="KSO_WM_UNIT_TEXT_TYPE" val="1"/>
  <p:tag name="KSO_WM_UNIT_TEXT_FILL_FORE_SCHEMECOLOR_INDEX" val="15"/>
  <p:tag name="KSO_WM_UNIT_TEXT_FILL_TYPE" val="1"/>
  <p:tag name="KSO_WM_UNIT_USESOURCEFORMAT_APPLY" val="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1109_4"/>
  <p:tag name="KSO_WM_TEMPLATE_SUBCATEGORY" val="0"/>
  <p:tag name="KSO_WM_TEMPLATE_MASTER_TYPE" val="0"/>
  <p:tag name="KSO_WM_TEMPLATE_COLOR_TYPE" val="0"/>
  <p:tag name="KSO_WM_SLIDE_ITEM_CNT" val="5"/>
  <p:tag name="KSO_WM_SLIDE_INDEX" val="4"/>
  <p:tag name="KSO_WM_TAG_VERSION" val="3.0"/>
  <p:tag name="KSO_WM_BEAUTIFY_FLAG" val="#wm#"/>
  <p:tag name="KSO_WM_TEMPLATE_CATEGORY" val="diagram"/>
  <p:tag name="KSO_WM_TEMPLATE_INDEX" val="20231109"/>
  <p:tag name="KSO_WM_SLIDE_TYPE" val="text"/>
  <p:tag name="KSO_WM_SLIDE_SUBTYPE" val="diag"/>
  <p:tag name="KSO_WM_SLIDE_SIZE" val="680.6*234.25"/>
  <p:tag name="KSO_WM_SLIDE_POSITION" val="139.05*208.45"/>
  <p:tag name="KSO_WM_SLIDE_LAYOUT" val="a_m"/>
  <p:tag name="KSO_WM_SLIDE_LAYOUT_CNT" val="1_1"/>
  <p:tag name="KSO_WM_SPECIAL_SOURCE" val="bdnull"/>
  <p:tag name="KSO_WM_DIAGRAM_GROUP_CODE" val="m1-1"/>
  <p:tag name="KSO_WM_SLIDE_DIAGTYPE" val="m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1109_4*a*1"/>
  <p:tag name="KSO_WM_TEMPLATE_CATEGORY" val="diagram"/>
  <p:tag name="KSO_WM_TEMPLATE_INDEX" val="20231109"/>
  <p:tag name="KSO_WM_UNIT_LAYERLEVEL" val="1"/>
  <p:tag name="KSO_WM_TAG_VERSION" val="3.0"/>
  <p:tag name="KSO_WM_BEAUTIFY_FLAG" val="#wm#"/>
  <p:tag name="KSO_WM_DIAGRAM_GROUP_CODE" val="m1-1"/>
  <p:tag name="KSO_WM_UNIT_PRESET_TEXT" val="单击此处添加标题"/>
  <p:tag name="KSO_WM_UNIT_TEXT_TYPE" val="1"/>
  <p:tag name="KSO_WM_UNIT_TEXT_FILL_FORE_SCHEMECOLOR_INDEX" val="15"/>
  <p:tag name="KSO_WM_UNIT_TEXT_FILL_TYPE" val="1"/>
  <p:tag name="KSO_WM_UNIT_USESOURCEFORMAT_APPLY" val="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1109_4"/>
  <p:tag name="KSO_WM_TEMPLATE_SUBCATEGORY" val="0"/>
  <p:tag name="KSO_WM_TEMPLATE_MASTER_TYPE" val="0"/>
  <p:tag name="KSO_WM_TEMPLATE_COLOR_TYPE" val="0"/>
  <p:tag name="KSO_WM_SLIDE_ITEM_CNT" val="5"/>
  <p:tag name="KSO_WM_SLIDE_INDEX" val="4"/>
  <p:tag name="KSO_WM_TAG_VERSION" val="3.0"/>
  <p:tag name="KSO_WM_BEAUTIFY_FLAG" val="#wm#"/>
  <p:tag name="KSO_WM_TEMPLATE_CATEGORY" val="diagram"/>
  <p:tag name="KSO_WM_TEMPLATE_INDEX" val="20231109"/>
  <p:tag name="KSO_WM_SLIDE_TYPE" val="text"/>
  <p:tag name="KSO_WM_SLIDE_SUBTYPE" val="diag"/>
  <p:tag name="KSO_WM_SLIDE_SIZE" val="680.6*234.25"/>
  <p:tag name="KSO_WM_SLIDE_POSITION" val="139.05*208.45"/>
  <p:tag name="KSO_WM_SLIDE_LAYOUT" val="a_m"/>
  <p:tag name="KSO_WM_SLIDE_LAYOUT_CNT" val="1_1"/>
  <p:tag name="KSO_WM_SPECIAL_SOURCE" val="bdnull"/>
  <p:tag name="KSO_WM_DIAGRAM_GROUP_CODE" val="m1-1"/>
  <p:tag name="KSO_WM_SLIDE_DIAGTYPE" val="m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1109_4*a*1"/>
  <p:tag name="KSO_WM_TEMPLATE_CATEGORY" val="diagram"/>
  <p:tag name="KSO_WM_TEMPLATE_INDEX" val="20231109"/>
  <p:tag name="KSO_WM_UNIT_LAYERLEVEL" val="1"/>
  <p:tag name="KSO_WM_TAG_VERSION" val="3.0"/>
  <p:tag name="KSO_WM_BEAUTIFY_FLAG" val="#wm#"/>
  <p:tag name="KSO_WM_DIAGRAM_GROUP_CODE" val="m1-1"/>
  <p:tag name="KSO_WM_UNIT_PRESET_TEXT" val="单击此处添加标题"/>
  <p:tag name="KSO_WM_UNIT_TEXT_TYPE" val="1"/>
  <p:tag name="KSO_WM_UNIT_TEXT_FILL_FORE_SCHEMECOLOR_INDEX" val="15"/>
  <p:tag name="KSO_WM_UNIT_TEXT_FILL_TYPE" val="1"/>
  <p:tag name="KSO_WM_UNIT_USESOURCEFORMAT_APPLY" val="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1109_4"/>
  <p:tag name="KSO_WM_TEMPLATE_SUBCATEGORY" val="0"/>
  <p:tag name="KSO_WM_TEMPLATE_MASTER_TYPE" val="0"/>
  <p:tag name="KSO_WM_TEMPLATE_COLOR_TYPE" val="0"/>
  <p:tag name="KSO_WM_SLIDE_ITEM_CNT" val="5"/>
  <p:tag name="KSO_WM_SLIDE_INDEX" val="4"/>
  <p:tag name="KSO_WM_TAG_VERSION" val="3.0"/>
  <p:tag name="KSO_WM_BEAUTIFY_FLAG" val="#wm#"/>
  <p:tag name="KSO_WM_TEMPLATE_CATEGORY" val="diagram"/>
  <p:tag name="KSO_WM_TEMPLATE_INDEX" val="20231109"/>
  <p:tag name="KSO_WM_SLIDE_TYPE" val="text"/>
  <p:tag name="KSO_WM_SLIDE_SUBTYPE" val="diag"/>
  <p:tag name="KSO_WM_SLIDE_SIZE" val="680.6*234.25"/>
  <p:tag name="KSO_WM_SLIDE_POSITION" val="139.05*208.45"/>
  <p:tag name="KSO_WM_SLIDE_LAYOUT" val="a_m"/>
  <p:tag name="KSO_WM_SLIDE_LAYOUT_CNT" val="1_1"/>
  <p:tag name="KSO_WM_SPECIAL_SOURCE" val="bdnull"/>
  <p:tag name="KSO_WM_DIAGRAM_GROUP_CODE" val="m1-1"/>
  <p:tag name="KSO_WM_SLIDE_DIAGTYPE" val="m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1109_4"/>
  <p:tag name="KSO_WM_TEMPLATE_SUBCATEGORY" val="0"/>
  <p:tag name="KSO_WM_TEMPLATE_MASTER_TYPE" val="0"/>
  <p:tag name="KSO_WM_TEMPLATE_COLOR_TYPE" val="0"/>
  <p:tag name="KSO_WM_SLIDE_ITEM_CNT" val="5"/>
  <p:tag name="KSO_WM_SLIDE_INDEX" val="4"/>
  <p:tag name="KSO_WM_TAG_VERSION" val="3.0"/>
  <p:tag name="KSO_WM_BEAUTIFY_FLAG" val="#wm#"/>
  <p:tag name="KSO_WM_TEMPLATE_CATEGORY" val="diagram"/>
  <p:tag name="KSO_WM_TEMPLATE_INDEX" val="20231109"/>
  <p:tag name="KSO_WM_SLIDE_TYPE" val="text"/>
  <p:tag name="KSO_WM_SLIDE_SUBTYPE" val="diag"/>
  <p:tag name="KSO_WM_SLIDE_SIZE" val="680.6*234.25"/>
  <p:tag name="KSO_WM_SLIDE_POSITION" val="139.05*208.45"/>
  <p:tag name="KSO_WM_SLIDE_LAYOUT" val="a_m"/>
  <p:tag name="KSO_WM_SLIDE_LAYOUT_CNT" val="1_1"/>
  <p:tag name="KSO_WM_SPECIAL_SOURCE" val="bdnull"/>
  <p:tag name="KSO_WM_DIAGRAM_GROUP_CODE" val="m1-1"/>
  <p:tag name="KSO_WM_SLIDE_DIAGTYPE" val="m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1109_4"/>
  <p:tag name="KSO_WM_TEMPLATE_SUBCATEGORY" val="0"/>
  <p:tag name="KSO_WM_TEMPLATE_MASTER_TYPE" val="0"/>
  <p:tag name="KSO_WM_TEMPLATE_COLOR_TYPE" val="0"/>
  <p:tag name="KSO_WM_SLIDE_ITEM_CNT" val="5"/>
  <p:tag name="KSO_WM_SLIDE_INDEX" val="4"/>
  <p:tag name="KSO_WM_TAG_VERSION" val="3.0"/>
  <p:tag name="KSO_WM_BEAUTIFY_FLAG" val="#wm#"/>
  <p:tag name="KSO_WM_TEMPLATE_CATEGORY" val="diagram"/>
  <p:tag name="KSO_WM_TEMPLATE_INDEX" val="20231109"/>
  <p:tag name="KSO_WM_SLIDE_TYPE" val="text"/>
  <p:tag name="KSO_WM_SLIDE_SUBTYPE" val="diag"/>
  <p:tag name="KSO_WM_SLIDE_SIZE" val="680.6*234.25"/>
  <p:tag name="KSO_WM_SLIDE_POSITION" val="139.05*208.45"/>
  <p:tag name="KSO_WM_SLIDE_LAYOUT" val="a_m"/>
  <p:tag name="KSO_WM_SLIDE_LAYOUT_CNT" val="1_1"/>
  <p:tag name="KSO_WM_SPECIAL_SOURCE" val="bdnull"/>
  <p:tag name="KSO_WM_DIAGRAM_GROUP_CODE" val="m1-1"/>
  <p:tag name="KSO_WM_SLIDE_DIAGTYPE" val="m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透明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经典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透明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249</TotalTime>
  <Words>1146</Words>
  <Application>Microsoft Office PowerPoint</Application>
  <PresentationFormat>宽屏</PresentationFormat>
  <Paragraphs>158</Paragraphs>
  <Slides>20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7" baseType="lpstr">
      <vt:lpstr>等线</vt:lpstr>
      <vt:lpstr>黑体</vt:lpstr>
      <vt:lpstr>微软雅黑</vt:lpstr>
      <vt:lpstr>Arial</vt:lpstr>
      <vt:lpstr>Times New Roman</vt:lpstr>
      <vt:lpstr>Wingdings</vt:lpstr>
      <vt:lpstr>透明</vt:lpstr>
      <vt:lpstr>基于ISE的可编程器件开发流程</vt:lpstr>
      <vt:lpstr>可编程器件设计仿真软件ISE的使用流程</vt:lpstr>
      <vt:lpstr>一、新建工程</vt:lpstr>
      <vt:lpstr>一、新建工程</vt:lpstr>
      <vt:lpstr>二、电路设计</vt:lpstr>
      <vt:lpstr>二、电路设计</vt:lpstr>
      <vt:lpstr>二、电路设计</vt:lpstr>
      <vt:lpstr>二、电路设计</vt:lpstr>
      <vt:lpstr>二、电路设计</vt:lpstr>
      <vt:lpstr>三、电路动态仿真</vt:lpstr>
      <vt:lpstr>三、电路动态仿真</vt:lpstr>
      <vt:lpstr>三、电路动态仿真</vt:lpstr>
      <vt:lpstr>四、定义管脚</vt:lpstr>
      <vt:lpstr>四、定义管脚</vt:lpstr>
      <vt:lpstr>五、检查设计</vt:lpstr>
      <vt:lpstr>六、实现电路</vt:lpstr>
      <vt:lpstr>六、实现电路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基于ISE的FPGA开发流程</dc:title>
  <cp:lastModifiedBy>Kevin Sun</cp:lastModifiedBy>
  <cp:revision>61</cp:revision>
  <dcterms:modified xsi:type="dcterms:W3CDTF">2026-04-02T01:39:32Z</dcterms:modified>
</cp:coreProperties>
</file>